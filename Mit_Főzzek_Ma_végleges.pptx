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8" r:id="rId6"/>
    <p:sldId id="271" r:id="rId7"/>
    <p:sldId id="277" r:id="rId8"/>
    <p:sldId id="268" r:id="rId9"/>
    <p:sldId id="272" r:id="rId10"/>
    <p:sldId id="263" r:id="rId11"/>
    <p:sldId id="278" r:id="rId12"/>
    <p:sldId id="269" r:id="rId13"/>
    <p:sldId id="274" r:id="rId14"/>
    <p:sldId id="259" r:id="rId15"/>
    <p:sldId id="279" r:id="rId16"/>
    <p:sldId id="282" r:id="rId17"/>
    <p:sldId id="280" r:id="rId18"/>
    <p:sldId id="283" r:id="rId19"/>
    <p:sldId id="281" r:id="rId20"/>
    <p:sldId id="276" r:id="rId21"/>
    <p:sldId id="273" r:id="rId22"/>
  </p:sldIdLst>
  <p:sldSz cx="12188825" cy="6858000"/>
  <p:notesSz cx="6858000" cy="9144000"/>
  <p:defaultTextStyle>
    <a:defPPr rtl="0">
      <a:defRPr lang="hu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C01C"/>
    <a:srgbClr val="DCF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31A74-7732-458E-BB8B-CBEEC8C4B4C3}" v="7" dt="2026-04-17T16:55:33.764"/>
    <p1510:client id="{65710654-A293-44F9-BC0A-E7911040E4C5}" v="7" dt="2026-04-17T16:46:11.443"/>
    <p1510:client id="{9122CDDB-DC08-E5A1-9F65-82284BD2765B}" v="128" dt="2026-04-16T17:53:57.365"/>
    <p1510:client id="{94CED817-9CE4-491B-ACCA-E80DFD9370E0}" v="1" dt="2026-04-16T21:57:12.571"/>
    <p1510:client id="{D05B9D5A-7217-4094-89C5-51EB4131FD1C}" v="5" dt="2026-04-17T16:16:14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3220" autoAdjust="0"/>
  </p:normalViewPr>
  <p:slideViewPr>
    <p:cSldViewPr snapToGrid="0">
      <p:cViewPr varScale="1">
        <p:scale>
          <a:sx n="70" d="100"/>
          <a:sy n="70" d="100"/>
        </p:scale>
        <p:origin x="1157" y="4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13796F-82C1-42D4-A1A4-661AF28E8F81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D8671BA-10D6-4829-847D-E5EB69FECC45}">
      <dgm:prSet/>
      <dgm:spPr>
        <a:solidFill>
          <a:schemeClr val="accent1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Recipe collection.</a:t>
          </a:r>
        </a:p>
      </dgm:t>
    </dgm:pt>
    <dgm:pt modelId="{D114553A-4317-4203-B1F0-9873A3C52594}" type="parTrans" cxnId="{B7B7C62D-CAEB-4E93-B5B2-D4A8E6B85D23}">
      <dgm:prSet/>
      <dgm:spPr/>
      <dgm:t>
        <a:bodyPr/>
        <a:lstStyle/>
        <a:p>
          <a:endParaRPr lang="en-US"/>
        </a:p>
      </dgm:t>
    </dgm:pt>
    <dgm:pt modelId="{0EAEDFF7-89E3-46A2-8BD3-32C7C6AC9335}" type="sibTrans" cxnId="{B7B7C62D-CAEB-4E93-B5B2-D4A8E6B85D23}">
      <dgm:prSet/>
      <dgm:spPr>
        <a:solidFill>
          <a:schemeClr val="tx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19BE1F36-9B7A-4512-B40A-F8B66EE014AC}">
      <dgm:prSet/>
      <dgm:spPr>
        <a:solidFill>
          <a:schemeClr val="accent2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To make cooking easier in everyday life.</a:t>
          </a:r>
        </a:p>
      </dgm:t>
    </dgm:pt>
    <dgm:pt modelId="{0A8AEF91-D3CE-41E0-BF45-9FA267DAFCDC}" type="parTrans" cxnId="{05C3DA40-8185-4925-8356-7F9263D7D943}">
      <dgm:prSet/>
      <dgm:spPr/>
      <dgm:t>
        <a:bodyPr/>
        <a:lstStyle/>
        <a:p>
          <a:endParaRPr lang="en-US"/>
        </a:p>
      </dgm:t>
    </dgm:pt>
    <dgm:pt modelId="{C3B689C9-CFD6-4605-BB08-A1177FE674CE}" type="sibTrans" cxnId="{05C3DA40-8185-4925-8356-7F9263D7D943}">
      <dgm:prSet/>
      <dgm:spPr>
        <a:solidFill>
          <a:schemeClr val="tx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502888EF-E024-4605-861F-692C5A87F7ED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Upload and share your own recipes.</a:t>
          </a:r>
        </a:p>
      </dgm:t>
    </dgm:pt>
    <dgm:pt modelId="{67E46650-6B26-4AC4-865A-DAC5F7824CE2}" type="parTrans" cxnId="{866C9D38-11CD-49A5-890B-A6897F3A46B8}">
      <dgm:prSet/>
      <dgm:spPr/>
      <dgm:t>
        <a:bodyPr/>
        <a:lstStyle/>
        <a:p>
          <a:endParaRPr lang="en-US"/>
        </a:p>
      </dgm:t>
    </dgm:pt>
    <dgm:pt modelId="{EE6AC6F0-57B6-4976-8BFF-4FA91E6804C0}" type="sibTrans" cxnId="{866C9D38-11CD-49A5-890B-A6897F3A46B8}">
      <dgm:prSet/>
      <dgm:spPr>
        <a:solidFill>
          <a:schemeClr val="tx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A9063766-B997-4861-8DF9-D18BD4D9C289}">
      <dgm:prSet/>
      <dgm:spPr>
        <a:solidFill>
          <a:schemeClr val="accent1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Have more options with a registered account.</a:t>
          </a:r>
        </a:p>
      </dgm:t>
    </dgm:pt>
    <dgm:pt modelId="{20B20A95-E758-4A66-886B-99B6A09C3EE7}" type="parTrans" cxnId="{DDE608F7-0324-4C6E-A349-D5D344892FFC}">
      <dgm:prSet/>
      <dgm:spPr/>
      <dgm:t>
        <a:bodyPr/>
        <a:lstStyle/>
        <a:p>
          <a:endParaRPr lang="en-US"/>
        </a:p>
      </dgm:t>
    </dgm:pt>
    <dgm:pt modelId="{A7A4FC38-6A6B-4857-A28F-BBBB05DFE205}" type="sibTrans" cxnId="{DDE608F7-0324-4C6E-A349-D5D344892FFC}">
      <dgm:prSet/>
      <dgm:spPr/>
      <dgm:t>
        <a:bodyPr/>
        <a:lstStyle/>
        <a:p>
          <a:endParaRPr lang="en-US"/>
        </a:p>
      </dgm:t>
    </dgm:pt>
    <dgm:pt modelId="{B9CB5512-3720-48A9-9C0C-2DAF3C9245CE}" type="pres">
      <dgm:prSet presAssocID="{C113796F-82C1-42D4-A1A4-661AF28E8F81}" presName="outerComposite" presStyleCnt="0">
        <dgm:presLayoutVars>
          <dgm:chMax val="5"/>
          <dgm:dir/>
          <dgm:resizeHandles val="exact"/>
        </dgm:presLayoutVars>
      </dgm:prSet>
      <dgm:spPr/>
    </dgm:pt>
    <dgm:pt modelId="{2DC6C76C-8D6C-443E-A777-2C2904A8DBCE}" type="pres">
      <dgm:prSet presAssocID="{C113796F-82C1-42D4-A1A4-661AF28E8F81}" presName="dummyMaxCanvas" presStyleCnt="0">
        <dgm:presLayoutVars/>
      </dgm:prSet>
      <dgm:spPr/>
    </dgm:pt>
    <dgm:pt modelId="{1E555872-8CFA-4D1A-A92E-94712F6BCB4E}" type="pres">
      <dgm:prSet presAssocID="{C113796F-82C1-42D4-A1A4-661AF28E8F81}" presName="FourNodes_1" presStyleLbl="node1" presStyleIdx="0" presStyleCnt="4">
        <dgm:presLayoutVars>
          <dgm:bulletEnabled val="1"/>
        </dgm:presLayoutVars>
      </dgm:prSet>
      <dgm:spPr/>
    </dgm:pt>
    <dgm:pt modelId="{20CBBD16-65E8-412F-A678-3B1CDF5D3065}" type="pres">
      <dgm:prSet presAssocID="{C113796F-82C1-42D4-A1A4-661AF28E8F81}" presName="FourNodes_2" presStyleLbl="node1" presStyleIdx="1" presStyleCnt="4">
        <dgm:presLayoutVars>
          <dgm:bulletEnabled val="1"/>
        </dgm:presLayoutVars>
      </dgm:prSet>
      <dgm:spPr/>
    </dgm:pt>
    <dgm:pt modelId="{977FA8AF-C8D8-441A-BEE3-1318D4A2684B}" type="pres">
      <dgm:prSet presAssocID="{C113796F-82C1-42D4-A1A4-661AF28E8F81}" presName="FourNodes_3" presStyleLbl="node1" presStyleIdx="2" presStyleCnt="4">
        <dgm:presLayoutVars>
          <dgm:bulletEnabled val="1"/>
        </dgm:presLayoutVars>
      </dgm:prSet>
      <dgm:spPr/>
    </dgm:pt>
    <dgm:pt modelId="{C15A48AE-7749-49A9-9DDB-61DED2551111}" type="pres">
      <dgm:prSet presAssocID="{C113796F-82C1-42D4-A1A4-661AF28E8F81}" presName="FourNodes_4" presStyleLbl="node1" presStyleIdx="3" presStyleCnt="4">
        <dgm:presLayoutVars>
          <dgm:bulletEnabled val="1"/>
        </dgm:presLayoutVars>
      </dgm:prSet>
      <dgm:spPr/>
    </dgm:pt>
    <dgm:pt modelId="{07BF0283-C891-4E87-9500-B3615BC9DC02}" type="pres">
      <dgm:prSet presAssocID="{C113796F-82C1-42D4-A1A4-661AF28E8F81}" presName="FourConn_1-2" presStyleLbl="fgAccFollowNode1" presStyleIdx="0" presStyleCnt="3">
        <dgm:presLayoutVars>
          <dgm:bulletEnabled val="1"/>
        </dgm:presLayoutVars>
      </dgm:prSet>
      <dgm:spPr/>
    </dgm:pt>
    <dgm:pt modelId="{A1B9868C-FB69-42CA-AAD0-1FED68443E6B}" type="pres">
      <dgm:prSet presAssocID="{C113796F-82C1-42D4-A1A4-661AF28E8F81}" presName="FourConn_2-3" presStyleLbl="fgAccFollowNode1" presStyleIdx="1" presStyleCnt="3">
        <dgm:presLayoutVars>
          <dgm:bulletEnabled val="1"/>
        </dgm:presLayoutVars>
      </dgm:prSet>
      <dgm:spPr/>
    </dgm:pt>
    <dgm:pt modelId="{B40D7119-4B6E-4793-A145-EB51B3DD1519}" type="pres">
      <dgm:prSet presAssocID="{C113796F-82C1-42D4-A1A4-661AF28E8F81}" presName="FourConn_3-4" presStyleLbl="fgAccFollowNode1" presStyleIdx="2" presStyleCnt="3" custLinFactNeighborX="-2907" custLinFactNeighborY="3140">
        <dgm:presLayoutVars>
          <dgm:bulletEnabled val="1"/>
        </dgm:presLayoutVars>
      </dgm:prSet>
      <dgm:spPr/>
    </dgm:pt>
    <dgm:pt modelId="{F17412FD-0B76-482F-98C5-E5C0B94F36C5}" type="pres">
      <dgm:prSet presAssocID="{C113796F-82C1-42D4-A1A4-661AF28E8F81}" presName="FourNodes_1_text" presStyleLbl="node1" presStyleIdx="3" presStyleCnt="4">
        <dgm:presLayoutVars>
          <dgm:bulletEnabled val="1"/>
        </dgm:presLayoutVars>
      </dgm:prSet>
      <dgm:spPr/>
    </dgm:pt>
    <dgm:pt modelId="{465A18E2-50DB-4CF2-B869-54666D50FA40}" type="pres">
      <dgm:prSet presAssocID="{C113796F-82C1-42D4-A1A4-661AF28E8F81}" presName="FourNodes_2_text" presStyleLbl="node1" presStyleIdx="3" presStyleCnt="4">
        <dgm:presLayoutVars>
          <dgm:bulletEnabled val="1"/>
        </dgm:presLayoutVars>
      </dgm:prSet>
      <dgm:spPr/>
    </dgm:pt>
    <dgm:pt modelId="{B8D4F8BD-5DC3-441A-8226-EEF29F110F37}" type="pres">
      <dgm:prSet presAssocID="{C113796F-82C1-42D4-A1A4-661AF28E8F81}" presName="FourNodes_3_text" presStyleLbl="node1" presStyleIdx="3" presStyleCnt="4">
        <dgm:presLayoutVars>
          <dgm:bulletEnabled val="1"/>
        </dgm:presLayoutVars>
      </dgm:prSet>
      <dgm:spPr/>
    </dgm:pt>
    <dgm:pt modelId="{256FECEE-6812-4A43-A6C8-733FBB4301F8}" type="pres">
      <dgm:prSet presAssocID="{C113796F-82C1-42D4-A1A4-661AF28E8F8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55A9028-7DFB-4231-AD5C-FE87B8EA494B}" type="presOf" srcId="{A9063766-B997-4861-8DF9-D18BD4D9C289}" destId="{256FECEE-6812-4A43-A6C8-733FBB4301F8}" srcOrd="1" destOrd="0" presId="urn:microsoft.com/office/officeart/2005/8/layout/vProcess5"/>
    <dgm:cxn modelId="{B7B7C62D-CAEB-4E93-B5B2-D4A8E6B85D23}" srcId="{C113796F-82C1-42D4-A1A4-661AF28E8F81}" destId="{6D8671BA-10D6-4829-847D-E5EB69FECC45}" srcOrd="0" destOrd="0" parTransId="{D114553A-4317-4203-B1F0-9873A3C52594}" sibTransId="{0EAEDFF7-89E3-46A2-8BD3-32C7C6AC9335}"/>
    <dgm:cxn modelId="{866C9D38-11CD-49A5-890B-A6897F3A46B8}" srcId="{C113796F-82C1-42D4-A1A4-661AF28E8F81}" destId="{502888EF-E024-4605-861F-692C5A87F7ED}" srcOrd="2" destOrd="0" parTransId="{67E46650-6B26-4AC4-865A-DAC5F7824CE2}" sibTransId="{EE6AC6F0-57B6-4976-8BFF-4FA91E6804C0}"/>
    <dgm:cxn modelId="{F9339B3F-2924-474A-B468-DE9320F76F22}" type="presOf" srcId="{A9063766-B997-4861-8DF9-D18BD4D9C289}" destId="{C15A48AE-7749-49A9-9DDB-61DED2551111}" srcOrd="0" destOrd="0" presId="urn:microsoft.com/office/officeart/2005/8/layout/vProcess5"/>
    <dgm:cxn modelId="{05C3DA40-8185-4925-8356-7F9263D7D943}" srcId="{C113796F-82C1-42D4-A1A4-661AF28E8F81}" destId="{19BE1F36-9B7A-4512-B40A-F8B66EE014AC}" srcOrd="1" destOrd="0" parTransId="{0A8AEF91-D3CE-41E0-BF45-9FA267DAFCDC}" sibTransId="{C3B689C9-CFD6-4605-BB08-A1177FE674CE}"/>
    <dgm:cxn modelId="{A7C12E5C-EBF4-4B94-8A8A-5B1BB0EE0F6B}" type="presOf" srcId="{502888EF-E024-4605-861F-692C5A87F7ED}" destId="{977FA8AF-C8D8-441A-BEE3-1318D4A2684B}" srcOrd="0" destOrd="0" presId="urn:microsoft.com/office/officeart/2005/8/layout/vProcess5"/>
    <dgm:cxn modelId="{37707F60-AC0D-43C7-9C2E-D271BBDBBECA}" type="presOf" srcId="{6D8671BA-10D6-4829-847D-E5EB69FECC45}" destId="{1E555872-8CFA-4D1A-A92E-94712F6BCB4E}" srcOrd="0" destOrd="0" presId="urn:microsoft.com/office/officeart/2005/8/layout/vProcess5"/>
    <dgm:cxn modelId="{5F755568-3613-4468-94BE-1A6E813D5E6F}" type="presOf" srcId="{C113796F-82C1-42D4-A1A4-661AF28E8F81}" destId="{B9CB5512-3720-48A9-9C0C-2DAF3C9245CE}" srcOrd="0" destOrd="0" presId="urn:microsoft.com/office/officeart/2005/8/layout/vProcess5"/>
    <dgm:cxn modelId="{AF9B7F49-B624-496E-B6B9-D836ADF7559F}" type="presOf" srcId="{502888EF-E024-4605-861F-692C5A87F7ED}" destId="{B8D4F8BD-5DC3-441A-8226-EEF29F110F37}" srcOrd="1" destOrd="0" presId="urn:microsoft.com/office/officeart/2005/8/layout/vProcess5"/>
    <dgm:cxn modelId="{3DE84E4B-E077-46EB-AE70-17456F9CFCE6}" type="presOf" srcId="{6D8671BA-10D6-4829-847D-E5EB69FECC45}" destId="{F17412FD-0B76-482F-98C5-E5C0B94F36C5}" srcOrd="1" destOrd="0" presId="urn:microsoft.com/office/officeart/2005/8/layout/vProcess5"/>
    <dgm:cxn modelId="{9ED7EA9C-CC34-4102-AF0F-4D4F76534816}" type="presOf" srcId="{19BE1F36-9B7A-4512-B40A-F8B66EE014AC}" destId="{20CBBD16-65E8-412F-A678-3B1CDF5D3065}" srcOrd="0" destOrd="0" presId="urn:microsoft.com/office/officeart/2005/8/layout/vProcess5"/>
    <dgm:cxn modelId="{B1C2E3A1-0A8C-4B70-ADC3-88E472D70723}" type="presOf" srcId="{C3B689C9-CFD6-4605-BB08-A1177FE674CE}" destId="{A1B9868C-FB69-42CA-AAD0-1FED68443E6B}" srcOrd="0" destOrd="0" presId="urn:microsoft.com/office/officeart/2005/8/layout/vProcess5"/>
    <dgm:cxn modelId="{44829CB5-6D27-4834-9EB3-B5C52B43C139}" type="presOf" srcId="{EE6AC6F0-57B6-4976-8BFF-4FA91E6804C0}" destId="{B40D7119-4B6E-4793-A145-EB51B3DD1519}" srcOrd="0" destOrd="0" presId="urn:microsoft.com/office/officeart/2005/8/layout/vProcess5"/>
    <dgm:cxn modelId="{5095BFD2-096D-4320-AA86-F0156C54F8CE}" type="presOf" srcId="{0EAEDFF7-89E3-46A2-8BD3-32C7C6AC9335}" destId="{07BF0283-C891-4E87-9500-B3615BC9DC02}" srcOrd="0" destOrd="0" presId="urn:microsoft.com/office/officeart/2005/8/layout/vProcess5"/>
    <dgm:cxn modelId="{E7ECC1E4-4C57-4816-94AB-9C84CFAF26D1}" type="presOf" srcId="{19BE1F36-9B7A-4512-B40A-F8B66EE014AC}" destId="{465A18E2-50DB-4CF2-B869-54666D50FA40}" srcOrd="1" destOrd="0" presId="urn:microsoft.com/office/officeart/2005/8/layout/vProcess5"/>
    <dgm:cxn modelId="{DDE608F7-0324-4C6E-A349-D5D344892FFC}" srcId="{C113796F-82C1-42D4-A1A4-661AF28E8F81}" destId="{A9063766-B997-4861-8DF9-D18BD4D9C289}" srcOrd="3" destOrd="0" parTransId="{20B20A95-E758-4A66-886B-99B6A09C3EE7}" sibTransId="{A7A4FC38-6A6B-4857-A28F-BBBB05DFE205}"/>
    <dgm:cxn modelId="{98BE6879-7F99-4E08-A8B9-58FF5B25782A}" type="presParOf" srcId="{B9CB5512-3720-48A9-9C0C-2DAF3C9245CE}" destId="{2DC6C76C-8D6C-443E-A777-2C2904A8DBCE}" srcOrd="0" destOrd="0" presId="urn:microsoft.com/office/officeart/2005/8/layout/vProcess5"/>
    <dgm:cxn modelId="{82F72900-4226-4128-AD8A-C31EDF8F538A}" type="presParOf" srcId="{B9CB5512-3720-48A9-9C0C-2DAF3C9245CE}" destId="{1E555872-8CFA-4D1A-A92E-94712F6BCB4E}" srcOrd="1" destOrd="0" presId="urn:microsoft.com/office/officeart/2005/8/layout/vProcess5"/>
    <dgm:cxn modelId="{9AA646BD-1602-4659-90D0-8E2352C9D56F}" type="presParOf" srcId="{B9CB5512-3720-48A9-9C0C-2DAF3C9245CE}" destId="{20CBBD16-65E8-412F-A678-3B1CDF5D3065}" srcOrd="2" destOrd="0" presId="urn:microsoft.com/office/officeart/2005/8/layout/vProcess5"/>
    <dgm:cxn modelId="{5E4696AD-3620-4450-96CE-9A1468F82B3F}" type="presParOf" srcId="{B9CB5512-3720-48A9-9C0C-2DAF3C9245CE}" destId="{977FA8AF-C8D8-441A-BEE3-1318D4A2684B}" srcOrd="3" destOrd="0" presId="urn:microsoft.com/office/officeart/2005/8/layout/vProcess5"/>
    <dgm:cxn modelId="{A2A192A5-72C5-403D-9BE2-D05AFEB449CF}" type="presParOf" srcId="{B9CB5512-3720-48A9-9C0C-2DAF3C9245CE}" destId="{C15A48AE-7749-49A9-9DDB-61DED2551111}" srcOrd="4" destOrd="0" presId="urn:microsoft.com/office/officeart/2005/8/layout/vProcess5"/>
    <dgm:cxn modelId="{8837B5E6-D380-4A08-8521-75D752AF3536}" type="presParOf" srcId="{B9CB5512-3720-48A9-9C0C-2DAF3C9245CE}" destId="{07BF0283-C891-4E87-9500-B3615BC9DC02}" srcOrd="5" destOrd="0" presId="urn:microsoft.com/office/officeart/2005/8/layout/vProcess5"/>
    <dgm:cxn modelId="{4FDDF7B8-E246-4BDE-9A02-07163EFDC77C}" type="presParOf" srcId="{B9CB5512-3720-48A9-9C0C-2DAF3C9245CE}" destId="{A1B9868C-FB69-42CA-AAD0-1FED68443E6B}" srcOrd="6" destOrd="0" presId="urn:microsoft.com/office/officeart/2005/8/layout/vProcess5"/>
    <dgm:cxn modelId="{1FBBA3B2-1CE6-4F1B-8342-C8014366B13B}" type="presParOf" srcId="{B9CB5512-3720-48A9-9C0C-2DAF3C9245CE}" destId="{B40D7119-4B6E-4793-A145-EB51B3DD1519}" srcOrd="7" destOrd="0" presId="urn:microsoft.com/office/officeart/2005/8/layout/vProcess5"/>
    <dgm:cxn modelId="{B5DD94B2-5377-402D-B2F0-3C6AB62B084E}" type="presParOf" srcId="{B9CB5512-3720-48A9-9C0C-2DAF3C9245CE}" destId="{F17412FD-0B76-482F-98C5-E5C0B94F36C5}" srcOrd="8" destOrd="0" presId="urn:microsoft.com/office/officeart/2005/8/layout/vProcess5"/>
    <dgm:cxn modelId="{99402870-5C71-4B41-8B5B-EEABF830386A}" type="presParOf" srcId="{B9CB5512-3720-48A9-9C0C-2DAF3C9245CE}" destId="{465A18E2-50DB-4CF2-B869-54666D50FA40}" srcOrd="9" destOrd="0" presId="urn:microsoft.com/office/officeart/2005/8/layout/vProcess5"/>
    <dgm:cxn modelId="{6286727C-6523-48D0-AF8C-5049286C6D40}" type="presParOf" srcId="{B9CB5512-3720-48A9-9C0C-2DAF3C9245CE}" destId="{B8D4F8BD-5DC3-441A-8226-EEF29F110F37}" srcOrd="10" destOrd="0" presId="urn:microsoft.com/office/officeart/2005/8/layout/vProcess5"/>
    <dgm:cxn modelId="{FBADAA73-222C-4A59-B56F-B3F8B0FA2D0A}" type="presParOf" srcId="{B9CB5512-3720-48A9-9C0C-2DAF3C9245CE}" destId="{256FECEE-6812-4A43-A6C8-733FBB4301F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4E9E87-B9B9-4324-8110-FB781FB2AAAE}" type="doc">
      <dgm:prSet loTypeId="urn:microsoft.com/office/officeart/2005/8/layout/radial6" loCatId="cycle" qsTypeId="urn:microsoft.com/office/officeart/2005/8/quickstyle/simple5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170C0135-3A94-4623-AA81-735573228628}">
      <dgm:prSet phldrT="[Text]"/>
      <dgm:spPr>
        <a:gradFill rotWithShape="0">
          <a:gsLst>
            <a:gs pos="100000">
              <a:schemeClr val="accent2"/>
            </a:gs>
            <a:gs pos="60000">
              <a:schemeClr val="accent1">
                <a:lumMod val="40000"/>
                <a:lumOff val="60000"/>
              </a:schemeClr>
            </a:gs>
            <a:gs pos="40000">
              <a:schemeClr val="accent1">
                <a:lumMod val="40000"/>
                <a:lumOff val="60000"/>
              </a:schemeClr>
            </a:gs>
            <a:gs pos="0">
              <a:schemeClr val="accent3"/>
            </a:gs>
          </a:gsLst>
          <a:lin ang="10800000" scaled="1"/>
        </a:gradFill>
      </dgm:spPr>
      <dgm:t>
        <a:bodyPr rtlCol="0"/>
        <a:lstStyle/>
        <a:p>
          <a:pPr rtl="0"/>
          <a:r>
            <a:rPr lang="hu-HU" noProof="0" dirty="0" err="1">
              <a:solidFill>
                <a:schemeClr val="tx1"/>
              </a:solidFill>
            </a:rPr>
            <a:t>What</a:t>
          </a:r>
          <a:r>
            <a:rPr lang="hu-HU" noProof="0" dirty="0">
              <a:solidFill>
                <a:schemeClr val="tx1"/>
              </a:solidFill>
            </a:rPr>
            <a:t> </a:t>
          </a:r>
          <a:r>
            <a:rPr lang="hu-HU" noProof="0" dirty="0" err="1">
              <a:solidFill>
                <a:schemeClr val="tx1"/>
              </a:solidFill>
            </a:rPr>
            <a:t>should</a:t>
          </a:r>
          <a:r>
            <a:rPr lang="hu-HU" noProof="0" dirty="0">
              <a:solidFill>
                <a:schemeClr val="tx1"/>
              </a:solidFill>
            </a:rPr>
            <a:t> I </a:t>
          </a:r>
          <a:r>
            <a:rPr lang="hu-HU" noProof="0" dirty="0" err="1">
              <a:solidFill>
                <a:schemeClr val="tx1"/>
              </a:solidFill>
            </a:rPr>
            <a:t>cook</a:t>
          </a:r>
          <a:r>
            <a:rPr lang="hu-HU" noProof="0" dirty="0">
              <a:solidFill>
                <a:schemeClr val="tx1"/>
              </a:solidFill>
            </a:rPr>
            <a:t> </a:t>
          </a:r>
          <a:r>
            <a:rPr lang="hu-HU" noProof="0" dirty="0" err="1">
              <a:solidFill>
                <a:schemeClr val="tx1"/>
              </a:solidFill>
            </a:rPr>
            <a:t>today</a:t>
          </a:r>
          <a:r>
            <a:rPr lang="hu-HU" noProof="0" dirty="0">
              <a:solidFill>
                <a:schemeClr val="tx1"/>
              </a:solidFill>
            </a:rPr>
            <a:t>? </a:t>
          </a:r>
          <a:endParaRPr lang="en-US" noProof="0" dirty="0">
            <a:solidFill>
              <a:schemeClr val="tx1"/>
            </a:solidFill>
          </a:endParaRPr>
        </a:p>
      </dgm:t>
      <dgm:extLst>
        <a:ext uri="{E40237B7-FDA0-4F09-8148-C483321AD2D9}">
          <dgm14:cNvPr xmlns:dgm14="http://schemas.microsoft.com/office/drawing/2010/diagram" id="0" name="" title="Group A"/>
        </a:ext>
      </dgm:extLst>
    </dgm:pt>
    <dgm:pt modelId="{7EDBC624-DFE3-497D-829C-08721ACED330}" type="parTrans" cxnId="{22A430BA-B6E0-4052-AE0E-A81596E2528E}">
      <dgm:prSet/>
      <dgm:spPr/>
      <dgm:t>
        <a:bodyPr rtlCol="0"/>
        <a:lstStyle/>
        <a:p>
          <a:pPr rtl="0"/>
          <a:endParaRPr lang="hu-HU"/>
        </a:p>
      </dgm:t>
    </dgm:pt>
    <dgm:pt modelId="{D38474F5-0992-4D39-B19C-1F963AEBACD2}" type="sibTrans" cxnId="{22A430BA-B6E0-4052-AE0E-A81596E2528E}">
      <dgm:prSet/>
      <dgm:spPr/>
      <dgm:t>
        <a:bodyPr rtlCol="0"/>
        <a:lstStyle/>
        <a:p>
          <a:pPr rtl="0"/>
          <a:endParaRPr lang="hu-HU"/>
        </a:p>
      </dgm:t>
    </dgm:pt>
    <dgm:pt modelId="{B8E35523-DEC4-40C5-AD71-C446E3CF02A7}">
      <dgm:prSet phldrT="[Text]"/>
      <dgm:spPr>
        <a:solidFill>
          <a:schemeClr val="accent1"/>
        </a:solidFill>
      </dgm:spPr>
      <dgm:t>
        <a:bodyPr rtlCol="0"/>
        <a:lstStyle/>
        <a:p>
          <a:pPr rtl="0"/>
          <a:r>
            <a:rPr lang="hu-HU" noProof="0"/>
            <a:t>Frontend</a:t>
          </a:r>
        </a:p>
      </dgm:t>
      <dgm:extLst>
        <a:ext uri="{E40237B7-FDA0-4F09-8148-C483321AD2D9}">
          <dgm14:cNvPr xmlns:dgm14="http://schemas.microsoft.com/office/drawing/2010/diagram" id="0" name="" title="Task 1"/>
        </a:ext>
      </dgm:extLst>
    </dgm:pt>
    <dgm:pt modelId="{E38275A8-6585-473D-8CD2-46E571691CE8}" type="parTrans" cxnId="{74BF261D-E0A3-43A7-83EB-85FEEF0798DA}">
      <dgm:prSet/>
      <dgm:spPr/>
      <dgm:t>
        <a:bodyPr rtlCol="0"/>
        <a:lstStyle/>
        <a:p>
          <a:pPr rtl="0"/>
          <a:endParaRPr lang="hu-HU"/>
        </a:p>
      </dgm:t>
    </dgm:pt>
    <dgm:pt modelId="{2EEF7558-FF6A-4D97-B16B-E787F09F42D0}" type="sibTrans" cxnId="{74BF261D-E0A3-43A7-83EB-85FEEF0798DA}">
      <dgm:prSet/>
      <dgm:spPr>
        <a:gradFill rotWithShape="0">
          <a:gsLst>
            <a:gs pos="0">
              <a:schemeClr val="accent3"/>
            </a:gs>
            <a:gs pos="16000">
              <a:schemeClr val="accent1">
                <a:tint val="44500"/>
                <a:satMod val="160000"/>
              </a:schemeClr>
            </a:gs>
            <a:gs pos="100000">
              <a:schemeClr val="accent1"/>
            </a:gs>
          </a:gsLst>
          <a:lin ang="10800000" scaled="1"/>
        </a:gradFill>
      </dgm:spPr>
      <dgm:t>
        <a:bodyPr rtlCol="0"/>
        <a:lstStyle/>
        <a:p>
          <a:pPr rtl="0"/>
          <a:endParaRPr lang="hu-HU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2551E4CB-EB09-450C-9132-37387398D945}">
      <dgm:prSet phldrT="[Text]"/>
      <dgm:spPr>
        <a:solidFill>
          <a:schemeClr val="accent3"/>
        </a:solidFill>
      </dgm:spPr>
      <dgm:t>
        <a:bodyPr rtlCol="0"/>
        <a:lstStyle/>
        <a:p>
          <a:pPr rtl="0"/>
          <a:r>
            <a:rPr lang="hu-HU"/>
            <a:t>Backend</a:t>
          </a:r>
          <a:endParaRPr lang="en-US"/>
        </a:p>
      </dgm:t>
      <dgm:extLst>
        <a:ext uri="{E40237B7-FDA0-4F09-8148-C483321AD2D9}">
          <dgm14:cNvPr xmlns:dgm14="http://schemas.microsoft.com/office/drawing/2010/diagram" id="0" name="" title="Task 2"/>
        </a:ext>
      </dgm:extLst>
    </dgm:pt>
    <dgm:pt modelId="{FDDC1A66-5C2F-4161-9EE0-50E6AE6B3566}" type="parTrans" cxnId="{1C13D7DA-244F-475B-A626-FFEF1E3983D1}">
      <dgm:prSet/>
      <dgm:spPr/>
      <dgm:t>
        <a:bodyPr rtlCol="0"/>
        <a:lstStyle/>
        <a:p>
          <a:pPr rtl="0"/>
          <a:endParaRPr lang="hu-HU"/>
        </a:p>
      </dgm:t>
    </dgm:pt>
    <dgm:pt modelId="{B47B7453-52D0-4E8E-A0EE-5E0C42B9531D}" type="sibTrans" cxnId="{1C13D7DA-244F-475B-A626-FFEF1E3983D1}">
      <dgm:prSet/>
      <dgm:spPr>
        <a:gradFill rotWithShape="0">
          <a:gsLst>
            <a:gs pos="0">
              <a:schemeClr val="accent3"/>
            </a:gs>
            <a:gs pos="51000">
              <a:schemeClr val="bg1"/>
            </a:gs>
            <a:gs pos="100000">
              <a:schemeClr val="accent2"/>
            </a:gs>
          </a:gsLst>
          <a:lin ang="10800000" scaled="1"/>
        </a:gradFill>
      </dgm:spPr>
      <dgm:t>
        <a:bodyPr rtlCol="0"/>
        <a:lstStyle/>
        <a:p>
          <a:pPr rtl="0"/>
          <a:endParaRPr lang="hu-HU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57FC35C8-C6CB-4C82-BE0F-B92E4ECAE64D}">
      <dgm:prSet phldrT="[Text]"/>
      <dgm:spPr/>
      <dgm:t>
        <a:bodyPr rtlCol="0"/>
        <a:lstStyle/>
        <a:p>
          <a:pPr rtl="0"/>
          <a:r>
            <a:rPr lang="hu-HU"/>
            <a:t>Database</a:t>
          </a:r>
          <a:endParaRPr lang="en-US"/>
        </a:p>
      </dgm:t>
      <dgm:extLst>
        <a:ext uri="{E40237B7-FDA0-4F09-8148-C483321AD2D9}">
          <dgm14:cNvPr xmlns:dgm14="http://schemas.microsoft.com/office/drawing/2010/diagram" id="0" name="" title="Task 3"/>
        </a:ext>
      </dgm:extLst>
    </dgm:pt>
    <dgm:pt modelId="{DCE6D27B-E846-4331-8F79-CDC1E8DDD09A}" type="parTrans" cxnId="{B410F203-BF34-4790-B774-CBB246AFFDF3}">
      <dgm:prSet/>
      <dgm:spPr/>
      <dgm:t>
        <a:bodyPr rtlCol="0"/>
        <a:lstStyle/>
        <a:p>
          <a:pPr rtl="0"/>
          <a:endParaRPr lang="hu-HU"/>
        </a:p>
      </dgm:t>
    </dgm:pt>
    <dgm:pt modelId="{E3DD98F3-578A-483D-B82A-920BD328FE4E}" type="sibTrans" cxnId="{B410F203-BF34-4790-B774-CBB246AFFDF3}">
      <dgm:prSet/>
      <dgm:spPr>
        <a:gradFill rotWithShape="0">
          <a:gsLst>
            <a:gs pos="100000">
              <a:schemeClr val="accent2"/>
            </a:gs>
            <a:gs pos="69000">
              <a:schemeClr val="accent1">
                <a:tint val="44500"/>
                <a:satMod val="160000"/>
              </a:schemeClr>
            </a:gs>
            <a:gs pos="0">
              <a:schemeClr val="accent1">
                <a:tint val="23500"/>
                <a:satMod val="160000"/>
              </a:schemeClr>
            </a:gs>
          </a:gsLst>
          <a:lin ang="10800000" scaled="1"/>
        </a:gradFill>
      </dgm:spPr>
      <dgm:t>
        <a:bodyPr rtlCol="0"/>
        <a:lstStyle/>
        <a:p>
          <a:pPr rtl="0"/>
          <a:endParaRPr lang="hu-HU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DFBCB49E-85C6-4060-B389-1D82C831D21A}" type="pres">
      <dgm:prSet presAssocID="{D44E9E87-B9B9-4324-8110-FB781FB2AAA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493C46F-EDBC-4662-BB18-0AAC25CDC827}" type="pres">
      <dgm:prSet presAssocID="{170C0135-3A94-4623-AA81-735573228628}" presName="centerShape" presStyleLbl="node0" presStyleIdx="0" presStyleCnt="1"/>
      <dgm:spPr/>
    </dgm:pt>
    <dgm:pt modelId="{89327D61-420F-4737-BFDD-BC31135C24A7}" type="pres">
      <dgm:prSet presAssocID="{B8E35523-DEC4-40C5-AD71-C446E3CF02A7}" presName="node" presStyleLbl="node1" presStyleIdx="0" presStyleCnt="3">
        <dgm:presLayoutVars>
          <dgm:bulletEnabled val="1"/>
        </dgm:presLayoutVars>
      </dgm:prSet>
      <dgm:spPr/>
    </dgm:pt>
    <dgm:pt modelId="{7A8EC708-8F07-47F0-BF06-CEFE5AFA1F48}" type="pres">
      <dgm:prSet presAssocID="{B8E35523-DEC4-40C5-AD71-C446E3CF02A7}" presName="dummy" presStyleCnt="0"/>
      <dgm:spPr/>
    </dgm:pt>
    <dgm:pt modelId="{23F487F1-81E8-48AF-B1AF-70A90C21B2A8}" type="pres">
      <dgm:prSet presAssocID="{2EEF7558-FF6A-4D97-B16B-E787F09F42D0}" presName="sibTrans" presStyleLbl="sibTrans2D1" presStyleIdx="0" presStyleCnt="3"/>
      <dgm:spPr/>
    </dgm:pt>
    <dgm:pt modelId="{7BEFE3B4-8A40-41CC-9964-DEAFDD887928}" type="pres">
      <dgm:prSet presAssocID="{2551E4CB-EB09-450C-9132-37387398D945}" presName="node" presStyleLbl="node1" presStyleIdx="1" presStyleCnt="3">
        <dgm:presLayoutVars>
          <dgm:bulletEnabled val="1"/>
        </dgm:presLayoutVars>
      </dgm:prSet>
      <dgm:spPr/>
    </dgm:pt>
    <dgm:pt modelId="{FF0A7A74-886C-4A41-9FC8-44DC4BC5318E}" type="pres">
      <dgm:prSet presAssocID="{2551E4CB-EB09-450C-9132-37387398D945}" presName="dummy" presStyleCnt="0"/>
      <dgm:spPr/>
    </dgm:pt>
    <dgm:pt modelId="{F1795B2E-2901-4728-A473-194B62A89381}" type="pres">
      <dgm:prSet presAssocID="{B47B7453-52D0-4E8E-A0EE-5E0C42B9531D}" presName="sibTrans" presStyleLbl="sibTrans2D1" presStyleIdx="1" presStyleCnt="3"/>
      <dgm:spPr/>
    </dgm:pt>
    <dgm:pt modelId="{8024CF44-6564-4426-81E2-61F55280C1C7}" type="pres">
      <dgm:prSet presAssocID="{57FC35C8-C6CB-4C82-BE0F-B92E4ECAE64D}" presName="node" presStyleLbl="node1" presStyleIdx="2" presStyleCnt="3">
        <dgm:presLayoutVars>
          <dgm:bulletEnabled val="1"/>
        </dgm:presLayoutVars>
      </dgm:prSet>
      <dgm:spPr/>
    </dgm:pt>
    <dgm:pt modelId="{7C555834-2462-43ED-89F9-FF955B7ACFEA}" type="pres">
      <dgm:prSet presAssocID="{57FC35C8-C6CB-4C82-BE0F-B92E4ECAE64D}" presName="dummy" presStyleCnt="0"/>
      <dgm:spPr/>
    </dgm:pt>
    <dgm:pt modelId="{831FC443-0DDC-4D98-AA2A-BDA4A6A802BC}" type="pres">
      <dgm:prSet presAssocID="{E3DD98F3-578A-483D-B82A-920BD328FE4E}" presName="sibTrans" presStyleLbl="sibTrans2D1" presStyleIdx="2" presStyleCnt="3"/>
      <dgm:spPr/>
    </dgm:pt>
  </dgm:ptLst>
  <dgm:cxnLst>
    <dgm:cxn modelId="{B410F203-BF34-4790-B774-CBB246AFFDF3}" srcId="{170C0135-3A94-4623-AA81-735573228628}" destId="{57FC35C8-C6CB-4C82-BE0F-B92E4ECAE64D}" srcOrd="2" destOrd="0" parTransId="{DCE6D27B-E846-4331-8F79-CDC1E8DDD09A}" sibTransId="{E3DD98F3-578A-483D-B82A-920BD328FE4E}"/>
    <dgm:cxn modelId="{74BF261D-E0A3-43A7-83EB-85FEEF0798DA}" srcId="{170C0135-3A94-4623-AA81-735573228628}" destId="{B8E35523-DEC4-40C5-AD71-C446E3CF02A7}" srcOrd="0" destOrd="0" parTransId="{E38275A8-6585-473D-8CD2-46E571691CE8}" sibTransId="{2EEF7558-FF6A-4D97-B16B-E787F09F42D0}"/>
    <dgm:cxn modelId="{9C7FAF33-8961-4F44-9311-E9D07F2AC788}" type="presOf" srcId="{2EEF7558-FF6A-4D97-B16B-E787F09F42D0}" destId="{23F487F1-81E8-48AF-B1AF-70A90C21B2A8}" srcOrd="0" destOrd="0" presId="urn:microsoft.com/office/officeart/2005/8/layout/radial6"/>
    <dgm:cxn modelId="{2E0FCA37-9400-4B23-BA94-E192DE89FD8A}" type="presOf" srcId="{D44E9E87-B9B9-4324-8110-FB781FB2AAAE}" destId="{DFBCB49E-85C6-4060-B389-1D82C831D21A}" srcOrd="0" destOrd="0" presId="urn:microsoft.com/office/officeart/2005/8/layout/radial6"/>
    <dgm:cxn modelId="{8A75686A-4D42-4E2B-BBB8-AC81E65E0BCD}" type="presOf" srcId="{2551E4CB-EB09-450C-9132-37387398D945}" destId="{7BEFE3B4-8A40-41CC-9964-DEAFDD887928}" srcOrd="0" destOrd="0" presId="urn:microsoft.com/office/officeart/2005/8/layout/radial6"/>
    <dgm:cxn modelId="{9A979152-1FA1-4748-AE90-439C0FFA8297}" type="presOf" srcId="{B47B7453-52D0-4E8E-A0EE-5E0C42B9531D}" destId="{F1795B2E-2901-4728-A473-194B62A89381}" srcOrd="0" destOrd="0" presId="urn:microsoft.com/office/officeart/2005/8/layout/radial6"/>
    <dgm:cxn modelId="{3C0D0677-345D-4DDF-BF76-15C700CE0681}" type="presOf" srcId="{57FC35C8-C6CB-4C82-BE0F-B92E4ECAE64D}" destId="{8024CF44-6564-4426-81E2-61F55280C1C7}" srcOrd="0" destOrd="0" presId="urn:microsoft.com/office/officeart/2005/8/layout/radial6"/>
    <dgm:cxn modelId="{3025A479-18A1-4299-B1E3-92D0E50D0ACA}" type="presOf" srcId="{E3DD98F3-578A-483D-B82A-920BD328FE4E}" destId="{831FC443-0DDC-4D98-AA2A-BDA4A6A802BC}" srcOrd="0" destOrd="0" presId="urn:microsoft.com/office/officeart/2005/8/layout/radial6"/>
    <dgm:cxn modelId="{24A47D81-8551-418C-9BF1-BFE727CC95C2}" type="presOf" srcId="{B8E35523-DEC4-40C5-AD71-C446E3CF02A7}" destId="{89327D61-420F-4737-BFDD-BC31135C24A7}" srcOrd="0" destOrd="0" presId="urn:microsoft.com/office/officeart/2005/8/layout/radial6"/>
    <dgm:cxn modelId="{22A430BA-B6E0-4052-AE0E-A81596E2528E}" srcId="{D44E9E87-B9B9-4324-8110-FB781FB2AAAE}" destId="{170C0135-3A94-4623-AA81-735573228628}" srcOrd="0" destOrd="0" parTransId="{7EDBC624-DFE3-497D-829C-08721ACED330}" sibTransId="{D38474F5-0992-4D39-B19C-1F963AEBACD2}"/>
    <dgm:cxn modelId="{1C13D7DA-244F-475B-A626-FFEF1E3983D1}" srcId="{170C0135-3A94-4623-AA81-735573228628}" destId="{2551E4CB-EB09-450C-9132-37387398D945}" srcOrd="1" destOrd="0" parTransId="{FDDC1A66-5C2F-4161-9EE0-50E6AE6B3566}" sibTransId="{B47B7453-52D0-4E8E-A0EE-5E0C42B9531D}"/>
    <dgm:cxn modelId="{77B10AED-A906-4261-9A11-17E60D2C4BB6}" type="presOf" srcId="{170C0135-3A94-4623-AA81-735573228628}" destId="{B493C46F-EDBC-4662-BB18-0AAC25CDC827}" srcOrd="0" destOrd="0" presId="urn:microsoft.com/office/officeart/2005/8/layout/radial6"/>
    <dgm:cxn modelId="{70531240-1D4D-4838-B028-66B4D24552AE}" type="presParOf" srcId="{DFBCB49E-85C6-4060-B389-1D82C831D21A}" destId="{B493C46F-EDBC-4662-BB18-0AAC25CDC827}" srcOrd="0" destOrd="0" presId="urn:microsoft.com/office/officeart/2005/8/layout/radial6"/>
    <dgm:cxn modelId="{AF82BB6F-92AA-44E9-A7F8-707C2F149FC9}" type="presParOf" srcId="{DFBCB49E-85C6-4060-B389-1D82C831D21A}" destId="{89327D61-420F-4737-BFDD-BC31135C24A7}" srcOrd="1" destOrd="0" presId="urn:microsoft.com/office/officeart/2005/8/layout/radial6"/>
    <dgm:cxn modelId="{39234B95-79DA-43D5-8312-307DC6111DD5}" type="presParOf" srcId="{DFBCB49E-85C6-4060-B389-1D82C831D21A}" destId="{7A8EC708-8F07-47F0-BF06-CEFE5AFA1F48}" srcOrd="2" destOrd="0" presId="urn:microsoft.com/office/officeart/2005/8/layout/radial6"/>
    <dgm:cxn modelId="{A43449CD-8CD3-4B2C-AE41-0C141649419D}" type="presParOf" srcId="{DFBCB49E-85C6-4060-B389-1D82C831D21A}" destId="{23F487F1-81E8-48AF-B1AF-70A90C21B2A8}" srcOrd="3" destOrd="0" presId="urn:microsoft.com/office/officeart/2005/8/layout/radial6"/>
    <dgm:cxn modelId="{80E36D05-11A5-4043-9F7F-13C8F04578A6}" type="presParOf" srcId="{DFBCB49E-85C6-4060-B389-1D82C831D21A}" destId="{7BEFE3B4-8A40-41CC-9964-DEAFDD887928}" srcOrd="4" destOrd="0" presId="urn:microsoft.com/office/officeart/2005/8/layout/radial6"/>
    <dgm:cxn modelId="{573DC5B2-7937-48DB-8F31-45FABAD581F6}" type="presParOf" srcId="{DFBCB49E-85C6-4060-B389-1D82C831D21A}" destId="{FF0A7A74-886C-4A41-9FC8-44DC4BC5318E}" srcOrd="5" destOrd="0" presId="urn:microsoft.com/office/officeart/2005/8/layout/radial6"/>
    <dgm:cxn modelId="{1EF6E034-EF4E-4397-AAC8-5000B2E646E5}" type="presParOf" srcId="{DFBCB49E-85C6-4060-B389-1D82C831D21A}" destId="{F1795B2E-2901-4728-A473-194B62A89381}" srcOrd="6" destOrd="0" presId="urn:microsoft.com/office/officeart/2005/8/layout/radial6"/>
    <dgm:cxn modelId="{54AC30CD-1F78-40FF-B1AB-45EEF2E6F373}" type="presParOf" srcId="{DFBCB49E-85C6-4060-B389-1D82C831D21A}" destId="{8024CF44-6564-4426-81E2-61F55280C1C7}" srcOrd="7" destOrd="0" presId="urn:microsoft.com/office/officeart/2005/8/layout/radial6"/>
    <dgm:cxn modelId="{2D7A2CBB-7550-4B7A-8B1B-95577E2221EA}" type="presParOf" srcId="{DFBCB49E-85C6-4060-B389-1D82C831D21A}" destId="{7C555834-2462-43ED-89F9-FF955B7ACFEA}" srcOrd="8" destOrd="0" presId="urn:microsoft.com/office/officeart/2005/8/layout/radial6"/>
    <dgm:cxn modelId="{8C292C9E-26D2-4295-BB32-1B57AD3AC08C}" type="presParOf" srcId="{DFBCB49E-85C6-4060-B389-1D82C831D21A}" destId="{831FC443-0DDC-4D98-AA2A-BDA4A6A802BC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28CBB5-E367-483C-A81F-811A06FFC506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237C488-A29C-4636-BCB4-163F98DAD9AF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hu-HU"/>
            <a:t>GitHub</a:t>
          </a:r>
          <a:endParaRPr lang="en-US"/>
        </a:p>
      </dgm:t>
    </dgm:pt>
    <dgm:pt modelId="{5549BF10-06FE-4EE8-A9DA-C38AEA87D607}" type="parTrans" cxnId="{26DB70CB-5543-4EC3-98B5-B360B2BA1A58}">
      <dgm:prSet/>
      <dgm:spPr/>
      <dgm:t>
        <a:bodyPr/>
        <a:lstStyle/>
        <a:p>
          <a:endParaRPr lang="en-US"/>
        </a:p>
      </dgm:t>
    </dgm:pt>
    <dgm:pt modelId="{FE7133A2-7B97-459F-B60D-3881BB344B2A}" type="sibTrans" cxnId="{26DB70CB-5543-4EC3-98B5-B360B2BA1A58}">
      <dgm:prSet/>
      <dgm:spPr/>
      <dgm:t>
        <a:bodyPr/>
        <a:lstStyle/>
        <a:p>
          <a:endParaRPr lang="en-US"/>
        </a:p>
      </dgm:t>
    </dgm:pt>
    <dgm:pt modelId="{41DBE712-C6B5-400A-BCC4-A16DF7F5C825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hu-HU"/>
            <a:t>A kódok megosztására</a:t>
          </a:r>
          <a:endParaRPr lang="en-US"/>
        </a:p>
      </dgm:t>
    </dgm:pt>
    <dgm:pt modelId="{7BC3250F-B207-4BCF-BBE0-764F5761A4BF}" type="parTrans" cxnId="{86AAAC03-89A0-40CF-858F-4A78F46BED75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3C1A6AC-FCA4-4F94-8033-EE5E21123D1C}" type="sibTrans" cxnId="{86AAAC03-89A0-40CF-858F-4A78F46BED75}">
      <dgm:prSet/>
      <dgm:spPr/>
      <dgm:t>
        <a:bodyPr/>
        <a:lstStyle/>
        <a:p>
          <a:endParaRPr lang="en-US"/>
        </a:p>
      </dgm:t>
    </dgm:pt>
    <dgm:pt modelId="{3A46EC4D-9E06-4C68-9948-3F7314C3B9F1}">
      <dgm:prSet/>
      <dgm:spPr/>
      <dgm:t>
        <a:bodyPr/>
        <a:lstStyle/>
        <a:p>
          <a:r>
            <a:rPr lang="hu-HU"/>
            <a:t>XAMPP</a:t>
          </a:r>
          <a:endParaRPr lang="en-US"/>
        </a:p>
      </dgm:t>
    </dgm:pt>
    <dgm:pt modelId="{2200D4A9-5C9C-4279-8AE9-C09CC0A23DB7}" type="parTrans" cxnId="{448D6389-B604-4422-99F6-399759821F3D}">
      <dgm:prSet/>
      <dgm:spPr/>
      <dgm:t>
        <a:bodyPr/>
        <a:lstStyle/>
        <a:p>
          <a:endParaRPr lang="en-US"/>
        </a:p>
      </dgm:t>
    </dgm:pt>
    <dgm:pt modelId="{D275CF33-9A37-4B2A-AA80-1551CFD9929B}" type="sibTrans" cxnId="{448D6389-B604-4422-99F6-399759821F3D}">
      <dgm:prSet/>
      <dgm:spPr/>
      <dgm:t>
        <a:bodyPr/>
        <a:lstStyle/>
        <a:p>
          <a:endParaRPr lang="en-US"/>
        </a:p>
      </dgm:t>
    </dgm:pt>
    <dgm:pt modelId="{4DD20210-DEDD-4450-807D-E5D0811989A6}">
      <dgm:prSet/>
      <dgm:spPr/>
      <dgm:t>
        <a:bodyPr/>
        <a:lstStyle/>
        <a:p>
          <a:r>
            <a:rPr lang="hu-HU"/>
            <a:t>Adatbázis kapcsolat</a:t>
          </a:r>
          <a:endParaRPr lang="en-US"/>
        </a:p>
      </dgm:t>
    </dgm:pt>
    <dgm:pt modelId="{B4114BE1-7ACC-4AFC-80B8-37321BA1DC9E}" type="parTrans" cxnId="{3FAB7A2A-03D2-4A7E-8CA6-598EEA0FBA7A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14CC93D-A948-4D6E-9E44-39228E1315F9}" type="sibTrans" cxnId="{3FAB7A2A-03D2-4A7E-8CA6-598EEA0FBA7A}">
      <dgm:prSet/>
      <dgm:spPr/>
      <dgm:t>
        <a:bodyPr/>
        <a:lstStyle/>
        <a:p>
          <a:endParaRPr lang="en-US"/>
        </a:p>
      </dgm:t>
    </dgm:pt>
    <dgm:pt modelId="{5E51EAF7-7CC0-460B-A8A7-D70734EF38F7}">
      <dgm:prSet/>
      <dgm:spPr>
        <a:ln>
          <a:solidFill>
            <a:schemeClr val="accent3"/>
          </a:solidFill>
        </a:ln>
      </dgm:spPr>
      <dgm:t>
        <a:bodyPr/>
        <a:lstStyle/>
        <a:p>
          <a:r>
            <a:rPr lang="hu-HU"/>
            <a:t>Visual Studio Code</a:t>
          </a:r>
          <a:endParaRPr lang="en-US"/>
        </a:p>
      </dgm:t>
    </dgm:pt>
    <dgm:pt modelId="{CB58C0E2-C1E1-42DE-A40A-C35026DD8311}" type="parTrans" cxnId="{A7F7FF6F-2624-42DD-85C2-0919F4301EC4}">
      <dgm:prSet/>
      <dgm:spPr/>
      <dgm:t>
        <a:bodyPr/>
        <a:lstStyle/>
        <a:p>
          <a:endParaRPr lang="en-US"/>
        </a:p>
      </dgm:t>
    </dgm:pt>
    <dgm:pt modelId="{F1444CF8-ED5C-4F7E-B621-140B49E1E09B}" type="sibTrans" cxnId="{A7F7FF6F-2624-42DD-85C2-0919F4301EC4}">
      <dgm:prSet/>
      <dgm:spPr/>
      <dgm:t>
        <a:bodyPr/>
        <a:lstStyle/>
        <a:p>
          <a:endParaRPr lang="en-US"/>
        </a:p>
      </dgm:t>
    </dgm:pt>
    <dgm:pt modelId="{9F50CD68-84D4-464D-B42B-9C946EDA12C4}">
      <dgm:prSet/>
      <dgm:spPr>
        <a:ln>
          <a:solidFill>
            <a:schemeClr val="accent3"/>
          </a:solidFill>
        </a:ln>
      </dgm:spPr>
      <dgm:t>
        <a:bodyPr/>
        <a:lstStyle/>
        <a:p>
          <a:r>
            <a:rPr lang="hu-HU"/>
            <a:t>Kódszerkesztéséhez</a:t>
          </a:r>
          <a:endParaRPr lang="en-US"/>
        </a:p>
      </dgm:t>
    </dgm:pt>
    <dgm:pt modelId="{AB5E1212-3779-410A-91F2-90E506E913CE}" type="parTrans" cxnId="{C4F8EBA7-7643-4166-A022-C90EDC2810B8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77A3840-8F58-4226-AEE2-D8879EF7B656}" type="sibTrans" cxnId="{C4F8EBA7-7643-4166-A022-C90EDC2810B8}">
      <dgm:prSet/>
      <dgm:spPr/>
      <dgm:t>
        <a:bodyPr/>
        <a:lstStyle/>
        <a:p>
          <a:endParaRPr lang="en-US"/>
        </a:p>
      </dgm:t>
    </dgm:pt>
    <dgm:pt modelId="{84F3A77A-9F0B-488D-88DE-F81486463BAE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hu-HU"/>
            <a:t>Trello</a:t>
          </a:r>
          <a:endParaRPr lang="en-US"/>
        </a:p>
      </dgm:t>
    </dgm:pt>
    <dgm:pt modelId="{B09C697A-9FFB-4741-9045-EFBFD028D80D}" type="parTrans" cxnId="{439D9EB4-FA1A-4955-82EA-B871BCC5BBEE}">
      <dgm:prSet/>
      <dgm:spPr/>
      <dgm:t>
        <a:bodyPr/>
        <a:lstStyle/>
        <a:p>
          <a:endParaRPr lang="en-US"/>
        </a:p>
      </dgm:t>
    </dgm:pt>
    <dgm:pt modelId="{E650D50A-6F92-496D-BC3A-C40FC0097C70}" type="sibTrans" cxnId="{439D9EB4-FA1A-4955-82EA-B871BCC5BBEE}">
      <dgm:prSet/>
      <dgm:spPr/>
      <dgm:t>
        <a:bodyPr/>
        <a:lstStyle/>
        <a:p>
          <a:endParaRPr lang="en-US"/>
        </a:p>
      </dgm:t>
    </dgm:pt>
    <dgm:pt modelId="{666A9412-38C0-4C2F-A005-73AEFC2431AD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hu-HU"/>
            <a:t>A feladatok nyomon követese</a:t>
          </a:r>
          <a:endParaRPr lang="en-US"/>
        </a:p>
      </dgm:t>
    </dgm:pt>
    <dgm:pt modelId="{39AA6DBE-4FB3-44AA-B126-FC1F67DB8000}" type="parTrans" cxnId="{C4D961F7-5FF7-4C16-B123-F9DC8CBDD9B7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13C9DC44-DE69-4D17-AFC9-9FA4BF802D92}" type="sibTrans" cxnId="{C4D961F7-5FF7-4C16-B123-F9DC8CBDD9B7}">
      <dgm:prSet/>
      <dgm:spPr/>
      <dgm:t>
        <a:bodyPr/>
        <a:lstStyle/>
        <a:p>
          <a:endParaRPr lang="en-US"/>
        </a:p>
      </dgm:t>
    </dgm:pt>
    <dgm:pt modelId="{0FBA5E2F-0408-4C8D-AAAF-273BBEDA88D7}" type="pres">
      <dgm:prSet presAssocID="{5228CBB5-E367-483C-A81F-811A06FFC5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F3203BC-6CAC-477F-AFB1-4A6EB297A3E4}" type="pres">
      <dgm:prSet presAssocID="{0237C488-A29C-4636-BCB4-163F98DAD9AF}" presName="hierRoot1" presStyleCnt="0"/>
      <dgm:spPr/>
    </dgm:pt>
    <dgm:pt modelId="{0C0D7730-EBB6-4A83-BCB2-1BE10E716FCF}" type="pres">
      <dgm:prSet presAssocID="{0237C488-A29C-4636-BCB4-163F98DAD9AF}" presName="composite" presStyleCnt="0"/>
      <dgm:spPr/>
    </dgm:pt>
    <dgm:pt modelId="{75EB9FD2-8ADD-4136-BEB7-0FBE220803A0}" type="pres">
      <dgm:prSet presAssocID="{0237C488-A29C-4636-BCB4-163F98DAD9AF}" presName="background" presStyleLbl="node0" presStyleIdx="0" presStyleCnt="4"/>
      <dgm:spPr>
        <a:solidFill>
          <a:schemeClr val="accent1"/>
        </a:solidFill>
      </dgm:spPr>
    </dgm:pt>
    <dgm:pt modelId="{FE1B319C-4EAA-4386-9A77-8EC5C243E034}" type="pres">
      <dgm:prSet presAssocID="{0237C488-A29C-4636-BCB4-163F98DAD9AF}" presName="text" presStyleLbl="fgAcc0" presStyleIdx="0" presStyleCnt="4">
        <dgm:presLayoutVars>
          <dgm:chPref val="3"/>
        </dgm:presLayoutVars>
      </dgm:prSet>
      <dgm:spPr/>
    </dgm:pt>
    <dgm:pt modelId="{6A181EB5-2B7A-4E93-B09C-76E1ACA308AC}" type="pres">
      <dgm:prSet presAssocID="{0237C488-A29C-4636-BCB4-163F98DAD9AF}" presName="hierChild2" presStyleCnt="0"/>
      <dgm:spPr/>
    </dgm:pt>
    <dgm:pt modelId="{8FA85B60-2C97-4C1E-B798-B1E598196B34}" type="pres">
      <dgm:prSet presAssocID="{7BC3250F-B207-4BCF-BBE0-764F5761A4BF}" presName="Name10" presStyleLbl="parChTrans1D2" presStyleIdx="0" presStyleCnt="4"/>
      <dgm:spPr/>
    </dgm:pt>
    <dgm:pt modelId="{2B492149-12CE-423D-8D8A-3375AEFD20F8}" type="pres">
      <dgm:prSet presAssocID="{41DBE712-C6B5-400A-BCC4-A16DF7F5C825}" presName="hierRoot2" presStyleCnt="0"/>
      <dgm:spPr/>
    </dgm:pt>
    <dgm:pt modelId="{3786DDB2-5A42-4F6E-97CD-0A115285668E}" type="pres">
      <dgm:prSet presAssocID="{41DBE712-C6B5-400A-BCC4-A16DF7F5C825}" presName="composite2" presStyleCnt="0"/>
      <dgm:spPr/>
    </dgm:pt>
    <dgm:pt modelId="{6D006C79-0573-4F37-8095-29B841843180}" type="pres">
      <dgm:prSet presAssocID="{41DBE712-C6B5-400A-BCC4-A16DF7F5C825}" presName="background2" presStyleLbl="node2" presStyleIdx="0" presStyleCnt="4"/>
      <dgm:spPr>
        <a:solidFill>
          <a:schemeClr val="accent1"/>
        </a:solidFill>
      </dgm:spPr>
    </dgm:pt>
    <dgm:pt modelId="{19DA1807-BB14-44A2-BFB0-AED654A88E58}" type="pres">
      <dgm:prSet presAssocID="{41DBE712-C6B5-400A-BCC4-A16DF7F5C825}" presName="text2" presStyleLbl="fgAcc2" presStyleIdx="0" presStyleCnt="4">
        <dgm:presLayoutVars>
          <dgm:chPref val="3"/>
        </dgm:presLayoutVars>
      </dgm:prSet>
      <dgm:spPr/>
    </dgm:pt>
    <dgm:pt modelId="{601B0E5A-5693-412C-9060-077B3B5D8EAA}" type="pres">
      <dgm:prSet presAssocID="{41DBE712-C6B5-400A-BCC4-A16DF7F5C825}" presName="hierChild3" presStyleCnt="0"/>
      <dgm:spPr/>
    </dgm:pt>
    <dgm:pt modelId="{15AC41B6-031F-4580-8316-46F7779654DC}" type="pres">
      <dgm:prSet presAssocID="{3A46EC4D-9E06-4C68-9948-3F7314C3B9F1}" presName="hierRoot1" presStyleCnt="0"/>
      <dgm:spPr/>
    </dgm:pt>
    <dgm:pt modelId="{B44EEA07-CA47-407E-9A0D-9D8FCC2BF664}" type="pres">
      <dgm:prSet presAssocID="{3A46EC4D-9E06-4C68-9948-3F7314C3B9F1}" presName="composite" presStyleCnt="0"/>
      <dgm:spPr/>
    </dgm:pt>
    <dgm:pt modelId="{7F4C3AA1-37FC-45D8-890B-C7F2985E9C69}" type="pres">
      <dgm:prSet presAssocID="{3A46EC4D-9E06-4C68-9948-3F7314C3B9F1}" presName="background" presStyleLbl="node0" presStyleIdx="1" presStyleCnt="4"/>
      <dgm:spPr>
        <a:solidFill>
          <a:schemeClr val="accent2"/>
        </a:solidFill>
      </dgm:spPr>
    </dgm:pt>
    <dgm:pt modelId="{EF59C510-7140-4CE2-B47D-8557BF16D526}" type="pres">
      <dgm:prSet presAssocID="{3A46EC4D-9E06-4C68-9948-3F7314C3B9F1}" presName="text" presStyleLbl="fgAcc0" presStyleIdx="1" presStyleCnt="4">
        <dgm:presLayoutVars>
          <dgm:chPref val="3"/>
        </dgm:presLayoutVars>
      </dgm:prSet>
      <dgm:spPr/>
    </dgm:pt>
    <dgm:pt modelId="{D0020C5F-FEB4-491E-8359-A30C7FA09B83}" type="pres">
      <dgm:prSet presAssocID="{3A46EC4D-9E06-4C68-9948-3F7314C3B9F1}" presName="hierChild2" presStyleCnt="0"/>
      <dgm:spPr/>
    </dgm:pt>
    <dgm:pt modelId="{AC28199C-9E6E-40FB-A52F-5DD577812577}" type="pres">
      <dgm:prSet presAssocID="{B4114BE1-7ACC-4AFC-80B8-37321BA1DC9E}" presName="Name10" presStyleLbl="parChTrans1D2" presStyleIdx="1" presStyleCnt="4"/>
      <dgm:spPr/>
    </dgm:pt>
    <dgm:pt modelId="{A973B075-9DF0-4AF3-9CF9-9329AEE6BE47}" type="pres">
      <dgm:prSet presAssocID="{4DD20210-DEDD-4450-807D-E5D0811989A6}" presName="hierRoot2" presStyleCnt="0"/>
      <dgm:spPr/>
    </dgm:pt>
    <dgm:pt modelId="{CC02B083-8A37-47DE-A92A-CD87B087AE2A}" type="pres">
      <dgm:prSet presAssocID="{4DD20210-DEDD-4450-807D-E5D0811989A6}" presName="composite2" presStyleCnt="0"/>
      <dgm:spPr/>
    </dgm:pt>
    <dgm:pt modelId="{EEBCB3E0-7255-4749-A4CC-3937A8A419F3}" type="pres">
      <dgm:prSet presAssocID="{4DD20210-DEDD-4450-807D-E5D0811989A6}" presName="background2" presStyleLbl="node2" presStyleIdx="1" presStyleCnt="4"/>
      <dgm:spPr/>
    </dgm:pt>
    <dgm:pt modelId="{90652E33-1764-4EA8-A8E6-ADDA7AACC250}" type="pres">
      <dgm:prSet presAssocID="{4DD20210-DEDD-4450-807D-E5D0811989A6}" presName="text2" presStyleLbl="fgAcc2" presStyleIdx="1" presStyleCnt="4">
        <dgm:presLayoutVars>
          <dgm:chPref val="3"/>
        </dgm:presLayoutVars>
      </dgm:prSet>
      <dgm:spPr/>
    </dgm:pt>
    <dgm:pt modelId="{B268667D-2DD9-4522-83F2-49EFCE0CC0E3}" type="pres">
      <dgm:prSet presAssocID="{4DD20210-DEDD-4450-807D-E5D0811989A6}" presName="hierChild3" presStyleCnt="0"/>
      <dgm:spPr/>
    </dgm:pt>
    <dgm:pt modelId="{FA25942D-FD3C-44AC-8A57-6CBB89620850}" type="pres">
      <dgm:prSet presAssocID="{5E51EAF7-7CC0-460B-A8A7-D70734EF38F7}" presName="hierRoot1" presStyleCnt="0"/>
      <dgm:spPr/>
    </dgm:pt>
    <dgm:pt modelId="{175178D8-E804-4FB8-B202-9AC9ED02A5D2}" type="pres">
      <dgm:prSet presAssocID="{5E51EAF7-7CC0-460B-A8A7-D70734EF38F7}" presName="composite" presStyleCnt="0"/>
      <dgm:spPr/>
    </dgm:pt>
    <dgm:pt modelId="{BD51315A-5699-40D5-8B0E-771893E206A7}" type="pres">
      <dgm:prSet presAssocID="{5E51EAF7-7CC0-460B-A8A7-D70734EF38F7}" presName="background" presStyleLbl="node0" presStyleIdx="2" presStyleCnt="4"/>
      <dgm:spPr>
        <a:solidFill>
          <a:schemeClr val="accent3"/>
        </a:solidFill>
        <a:ln>
          <a:solidFill>
            <a:schemeClr val="accent3"/>
          </a:solidFill>
        </a:ln>
      </dgm:spPr>
    </dgm:pt>
    <dgm:pt modelId="{2FF1BBA9-30AE-4537-BAF4-509CEB5BDC4D}" type="pres">
      <dgm:prSet presAssocID="{5E51EAF7-7CC0-460B-A8A7-D70734EF38F7}" presName="text" presStyleLbl="fgAcc0" presStyleIdx="2" presStyleCnt="4">
        <dgm:presLayoutVars>
          <dgm:chPref val="3"/>
        </dgm:presLayoutVars>
      </dgm:prSet>
      <dgm:spPr/>
    </dgm:pt>
    <dgm:pt modelId="{68473848-EEF4-4666-A285-86026EE201B6}" type="pres">
      <dgm:prSet presAssocID="{5E51EAF7-7CC0-460B-A8A7-D70734EF38F7}" presName="hierChild2" presStyleCnt="0"/>
      <dgm:spPr/>
    </dgm:pt>
    <dgm:pt modelId="{4A1742C8-A5FF-4040-9C4D-D26682294D9F}" type="pres">
      <dgm:prSet presAssocID="{AB5E1212-3779-410A-91F2-90E506E913CE}" presName="Name10" presStyleLbl="parChTrans1D2" presStyleIdx="2" presStyleCnt="4"/>
      <dgm:spPr/>
    </dgm:pt>
    <dgm:pt modelId="{E9703181-7C0F-418E-A543-6847700C0874}" type="pres">
      <dgm:prSet presAssocID="{9F50CD68-84D4-464D-B42B-9C946EDA12C4}" presName="hierRoot2" presStyleCnt="0"/>
      <dgm:spPr/>
    </dgm:pt>
    <dgm:pt modelId="{1C3A882E-F157-47DA-B96C-3292FD928AB5}" type="pres">
      <dgm:prSet presAssocID="{9F50CD68-84D4-464D-B42B-9C946EDA12C4}" presName="composite2" presStyleCnt="0"/>
      <dgm:spPr/>
    </dgm:pt>
    <dgm:pt modelId="{FF9438FA-0F88-482C-847A-F273B0A99DDB}" type="pres">
      <dgm:prSet presAssocID="{9F50CD68-84D4-464D-B42B-9C946EDA12C4}" presName="background2" presStyleLbl="node2" presStyleIdx="2" presStyleCnt="4"/>
      <dgm:spPr>
        <a:solidFill>
          <a:schemeClr val="accent3"/>
        </a:solidFill>
      </dgm:spPr>
    </dgm:pt>
    <dgm:pt modelId="{86B109B2-0A7E-4F7F-B0B2-273AF113A017}" type="pres">
      <dgm:prSet presAssocID="{9F50CD68-84D4-464D-B42B-9C946EDA12C4}" presName="text2" presStyleLbl="fgAcc2" presStyleIdx="2" presStyleCnt="4">
        <dgm:presLayoutVars>
          <dgm:chPref val="3"/>
        </dgm:presLayoutVars>
      </dgm:prSet>
      <dgm:spPr/>
    </dgm:pt>
    <dgm:pt modelId="{147CA60A-D508-48A0-9AF7-290AECB21C67}" type="pres">
      <dgm:prSet presAssocID="{9F50CD68-84D4-464D-B42B-9C946EDA12C4}" presName="hierChild3" presStyleCnt="0"/>
      <dgm:spPr/>
    </dgm:pt>
    <dgm:pt modelId="{6FE793F8-1667-41A0-88DD-EDF8110A3A66}" type="pres">
      <dgm:prSet presAssocID="{84F3A77A-9F0B-488D-88DE-F81486463BAE}" presName="hierRoot1" presStyleCnt="0"/>
      <dgm:spPr/>
    </dgm:pt>
    <dgm:pt modelId="{65226BB8-D1F5-4E0A-8EF0-DD1BE8264250}" type="pres">
      <dgm:prSet presAssocID="{84F3A77A-9F0B-488D-88DE-F81486463BAE}" presName="composite" presStyleCnt="0"/>
      <dgm:spPr/>
    </dgm:pt>
    <dgm:pt modelId="{4F8D3F27-93A4-4B69-80D7-74E5C849808A}" type="pres">
      <dgm:prSet presAssocID="{84F3A77A-9F0B-488D-88DE-F81486463BAE}" presName="background" presStyleLbl="node0" presStyleIdx="3" presStyleCnt="4"/>
      <dgm:spPr>
        <a:solidFill>
          <a:schemeClr val="accent1"/>
        </a:solidFill>
      </dgm:spPr>
    </dgm:pt>
    <dgm:pt modelId="{D634A252-6669-43EE-A613-E22AF9CAAD53}" type="pres">
      <dgm:prSet presAssocID="{84F3A77A-9F0B-488D-88DE-F81486463BAE}" presName="text" presStyleLbl="fgAcc0" presStyleIdx="3" presStyleCnt="4">
        <dgm:presLayoutVars>
          <dgm:chPref val="3"/>
        </dgm:presLayoutVars>
      </dgm:prSet>
      <dgm:spPr/>
    </dgm:pt>
    <dgm:pt modelId="{2EBD5F6C-F6D1-405F-AA39-446B553B751E}" type="pres">
      <dgm:prSet presAssocID="{84F3A77A-9F0B-488D-88DE-F81486463BAE}" presName="hierChild2" presStyleCnt="0"/>
      <dgm:spPr/>
    </dgm:pt>
    <dgm:pt modelId="{22E36C7B-EED3-45C1-BC0B-1A9BFACF5CAB}" type="pres">
      <dgm:prSet presAssocID="{39AA6DBE-4FB3-44AA-B126-FC1F67DB8000}" presName="Name10" presStyleLbl="parChTrans1D2" presStyleIdx="3" presStyleCnt="4"/>
      <dgm:spPr/>
    </dgm:pt>
    <dgm:pt modelId="{2E96C4FC-ADE3-4B1C-9838-88F7ED353492}" type="pres">
      <dgm:prSet presAssocID="{666A9412-38C0-4C2F-A005-73AEFC2431AD}" presName="hierRoot2" presStyleCnt="0"/>
      <dgm:spPr/>
    </dgm:pt>
    <dgm:pt modelId="{11DCC1C2-B207-4584-97A1-994922647240}" type="pres">
      <dgm:prSet presAssocID="{666A9412-38C0-4C2F-A005-73AEFC2431AD}" presName="composite2" presStyleCnt="0"/>
      <dgm:spPr/>
    </dgm:pt>
    <dgm:pt modelId="{3DF83307-3DE5-4D81-A36D-B3AE395F9605}" type="pres">
      <dgm:prSet presAssocID="{666A9412-38C0-4C2F-A005-73AEFC2431AD}" presName="background2" presStyleLbl="node2" presStyleIdx="3" presStyleCnt="4"/>
      <dgm:spPr>
        <a:solidFill>
          <a:schemeClr val="accent1"/>
        </a:solidFill>
      </dgm:spPr>
    </dgm:pt>
    <dgm:pt modelId="{99BF09C8-8A33-46C8-9748-E8D7B66F77F3}" type="pres">
      <dgm:prSet presAssocID="{666A9412-38C0-4C2F-A005-73AEFC2431AD}" presName="text2" presStyleLbl="fgAcc2" presStyleIdx="3" presStyleCnt="4">
        <dgm:presLayoutVars>
          <dgm:chPref val="3"/>
        </dgm:presLayoutVars>
      </dgm:prSet>
      <dgm:spPr/>
    </dgm:pt>
    <dgm:pt modelId="{742AAEF3-C610-4CA9-BE1D-865E5A66F02A}" type="pres">
      <dgm:prSet presAssocID="{666A9412-38C0-4C2F-A005-73AEFC2431AD}" presName="hierChild3" presStyleCnt="0"/>
      <dgm:spPr/>
    </dgm:pt>
  </dgm:ptLst>
  <dgm:cxnLst>
    <dgm:cxn modelId="{86AAAC03-89A0-40CF-858F-4A78F46BED75}" srcId="{0237C488-A29C-4636-BCB4-163F98DAD9AF}" destId="{41DBE712-C6B5-400A-BCC4-A16DF7F5C825}" srcOrd="0" destOrd="0" parTransId="{7BC3250F-B207-4BCF-BBE0-764F5761A4BF}" sibTransId="{B3C1A6AC-FCA4-4F94-8033-EE5E21123D1C}"/>
    <dgm:cxn modelId="{525F2C06-608E-4983-9CFD-8CDBF598BA87}" type="presOf" srcId="{4DD20210-DEDD-4450-807D-E5D0811989A6}" destId="{90652E33-1764-4EA8-A8E6-ADDA7AACC250}" srcOrd="0" destOrd="0" presId="urn:microsoft.com/office/officeart/2005/8/layout/hierarchy1"/>
    <dgm:cxn modelId="{BAC4A907-DF83-4B79-A798-00B6D38A16FD}" type="presOf" srcId="{666A9412-38C0-4C2F-A005-73AEFC2431AD}" destId="{99BF09C8-8A33-46C8-9748-E8D7B66F77F3}" srcOrd="0" destOrd="0" presId="urn:microsoft.com/office/officeart/2005/8/layout/hierarchy1"/>
    <dgm:cxn modelId="{D32E9D12-BF93-43E2-ABEC-68C64A33A34B}" type="presOf" srcId="{5228CBB5-E367-483C-A81F-811A06FFC506}" destId="{0FBA5E2F-0408-4C8D-AAAF-273BBEDA88D7}" srcOrd="0" destOrd="0" presId="urn:microsoft.com/office/officeart/2005/8/layout/hierarchy1"/>
    <dgm:cxn modelId="{3FAB7A2A-03D2-4A7E-8CA6-598EEA0FBA7A}" srcId="{3A46EC4D-9E06-4C68-9948-3F7314C3B9F1}" destId="{4DD20210-DEDD-4450-807D-E5D0811989A6}" srcOrd="0" destOrd="0" parTransId="{B4114BE1-7ACC-4AFC-80B8-37321BA1DC9E}" sibTransId="{B14CC93D-A948-4D6E-9E44-39228E1315F9}"/>
    <dgm:cxn modelId="{0AEEC635-2C95-4144-8613-B86B20E947B8}" type="presOf" srcId="{0237C488-A29C-4636-BCB4-163F98DAD9AF}" destId="{FE1B319C-4EAA-4386-9A77-8EC5C243E034}" srcOrd="0" destOrd="0" presId="urn:microsoft.com/office/officeart/2005/8/layout/hierarchy1"/>
    <dgm:cxn modelId="{427A6F36-27B6-46B3-8C87-89FC94D62677}" type="presOf" srcId="{39AA6DBE-4FB3-44AA-B126-FC1F67DB8000}" destId="{22E36C7B-EED3-45C1-BC0B-1A9BFACF5CAB}" srcOrd="0" destOrd="0" presId="urn:microsoft.com/office/officeart/2005/8/layout/hierarchy1"/>
    <dgm:cxn modelId="{33C64F4D-0994-497F-9FE1-E6C53121D82F}" type="presOf" srcId="{5E51EAF7-7CC0-460B-A8A7-D70734EF38F7}" destId="{2FF1BBA9-30AE-4537-BAF4-509CEB5BDC4D}" srcOrd="0" destOrd="0" presId="urn:microsoft.com/office/officeart/2005/8/layout/hierarchy1"/>
    <dgm:cxn modelId="{A7F7FF6F-2624-42DD-85C2-0919F4301EC4}" srcId="{5228CBB5-E367-483C-A81F-811A06FFC506}" destId="{5E51EAF7-7CC0-460B-A8A7-D70734EF38F7}" srcOrd="2" destOrd="0" parTransId="{CB58C0E2-C1E1-42DE-A40A-C35026DD8311}" sibTransId="{F1444CF8-ED5C-4F7E-B621-140B49E1E09B}"/>
    <dgm:cxn modelId="{A9906A51-ED6D-4654-BC36-A919C69DC4BD}" type="presOf" srcId="{AB5E1212-3779-410A-91F2-90E506E913CE}" destId="{4A1742C8-A5FF-4040-9C4D-D26682294D9F}" srcOrd="0" destOrd="0" presId="urn:microsoft.com/office/officeart/2005/8/layout/hierarchy1"/>
    <dgm:cxn modelId="{B303637E-A160-43D4-A06C-484F10D45A6A}" type="presOf" srcId="{7BC3250F-B207-4BCF-BBE0-764F5761A4BF}" destId="{8FA85B60-2C97-4C1E-B798-B1E598196B34}" srcOrd="0" destOrd="0" presId="urn:microsoft.com/office/officeart/2005/8/layout/hierarchy1"/>
    <dgm:cxn modelId="{448D6389-B604-4422-99F6-399759821F3D}" srcId="{5228CBB5-E367-483C-A81F-811A06FFC506}" destId="{3A46EC4D-9E06-4C68-9948-3F7314C3B9F1}" srcOrd="1" destOrd="0" parTransId="{2200D4A9-5C9C-4279-8AE9-C09CC0A23DB7}" sibTransId="{D275CF33-9A37-4B2A-AA80-1551CFD9929B}"/>
    <dgm:cxn modelId="{054EEC8D-E5CF-4404-AF1A-B7B70802FE98}" type="presOf" srcId="{B4114BE1-7ACC-4AFC-80B8-37321BA1DC9E}" destId="{AC28199C-9E6E-40FB-A52F-5DD577812577}" srcOrd="0" destOrd="0" presId="urn:microsoft.com/office/officeart/2005/8/layout/hierarchy1"/>
    <dgm:cxn modelId="{17466F8E-A27F-4A36-9E3C-F8D179DFE67D}" type="presOf" srcId="{84F3A77A-9F0B-488D-88DE-F81486463BAE}" destId="{D634A252-6669-43EE-A613-E22AF9CAAD53}" srcOrd="0" destOrd="0" presId="urn:microsoft.com/office/officeart/2005/8/layout/hierarchy1"/>
    <dgm:cxn modelId="{F301519A-47F0-4118-BA87-53011918063F}" type="presOf" srcId="{9F50CD68-84D4-464D-B42B-9C946EDA12C4}" destId="{86B109B2-0A7E-4F7F-B0B2-273AF113A017}" srcOrd="0" destOrd="0" presId="urn:microsoft.com/office/officeart/2005/8/layout/hierarchy1"/>
    <dgm:cxn modelId="{720D73A1-04A4-43CE-84FB-DE494B4D59A8}" type="presOf" srcId="{3A46EC4D-9E06-4C68-9948-3F7314C3B9F1}" destId="{EF59C510-7140-4CE2-B47D-8557BF16D526}" srcOrd="0" destOrd="0" presId="urn:microsoft.com/office/officeart/2005/8/layout/hierarchy1"/>
    <dgm:cxn modelId="{C4F8EBA7-7643-4166-A022-C90EDC2810B8}" srcId="{5E51EAF7-7CC0-460B-A8A7-D70734EF38F7}" destId="{9F50CD68-84D4-464D-B42B-9C946EDA12C4}" srcOrd="0" destOrd="0" parTransId="{AB5E1212-3779-410A-91F2-90E506E913CE}" sibTransId="{A77A3840-8F58-4226-AEE2-D8879EF7B656}"/>
    <dgm:cxn modelId="{439D9EB4-FA1A-4955-82EA-B871BCC5BBEE}" srcId="{5228CBB5-E367-483C-A81F-811A06FFC506}" destId="{84F3A77A-9F0B-488D-88DE-F81486463BAE}" srcOrd="3" destOrd="0" parTransId="{B09C697A-9FFB-4741-9045-EFBFD028D80D}" sibTransId="{E650D50A-6F92-496D-BC3A-C40FC0097C70}"/>
    <dgm:cxn modelId="{26DB70CB-5543-4EC3-98B5-B360B2BA1A58}" srcId="{5228CBB5-E367-483C-A81F-811A06FFC506}" destId="{0237C488-A29C-4636-BCB4-163F98DAD9AF}" srcOrd="0" destOrd="0" parTransId="{5549BF10-06FE-4EE8-A9DA-C38AEA87D607}" sibTransId="{FE7133A2-7B97-459F-B60D-3881BB344B2A}"/>
    <dgm:cxn modelId="{88FB1ED4-38FC-44D4-9542-B66BA897E5C2}" type="presOf" srcId="{41DBE712-C6B5-400A-BCC4-A16DF7F5C825}" destId="{19DA1807-BB14-44A2-BFB0-AED654A88E58}" srcOrd="0" destOrd="0" presId="urn:microsoft.com/office/officeart/2005/8/layout/hierarchy1"/>
    <dgm:cxn modelId="{C4D961F7-5FF7-4C16-B123-F9DC8CBDD9B7}" srcId="{84F3A77A-9F0B-488D-88DE-F81486463BAE}" destId="{666A9412-38C0-4C2F-A005-73AEFC2431AD}" srcOrd="0" destOrd="0" parTransId="{39AA6DBE-4FB3-44AA-B126-FC1F67DB8000}" sibTransId="{13C9DC44-DE69-4D17-AFC9-9FA4BF802D92}"/>
    <dgm:cxn modelId="{AAB33A6E-E7F2-43A8-AD8F-4E0788728B6B}" type="presParOf" srcId="{0FBA5E2F-0408-4C8D-AAAF-273BBEDA88D7}" destId="{0F3203BC-6CAC-477F-AFB1-4A6EB297A3E4}" srcOrd="0" destOrd="0" presId="urn:microsoft.com/office/officeart/2005/8/layout/hierarchy1"/>
    <dgm:cxn modelId="{57C8B05D-C98A-41DF-8621-A68BF9E5C829}" type="presParOf" srcId="{0F3203BC-6CAC-477F-AFB1-4A6EB297A3E4}" destId="{0C0D7730-EBB6-4A83-BCB2-1BE10E716FCF}" srcOrd="0" destOrd="0" presId="urn:microsoft.com/office/officeart/2005/8/layout/hierarchy1"/>
    <dgm:cxn modelId="{9F03FDED-107C-4208-A8BA-A53FB0DB8415}" type="presParOf" srcId="{0C0D7730-EBB6-4A83-BCB2-1BE10E716FCF}" destId="{75EB9FD2-8ADD-4136-BEB7-0FBE220803A0}" srcOrd="0" destOrd="0" presId="urn:microsoft.com/office/officeart/2005/8/layout/hierarchy1"/>
    <dgm:cxn modelId="{21AC6E42-9A8F-46FD-A168-C6CEEADEBB0F}" type="presParOf" srcId="{0C0D7730-EBB6-4A83-BCB2-1BE10E716FCF}" destId="{FE1B319C-4EAA-4386-9A77-8EC5C243E034}" srcOrd="1" destOrd="0" presId="urn:microsoft.com/office/officeart/2005/8/layout/hierarchy1"/>
    <dgm:cxn modelId="{54935217-748A-426D-9357-CB5F9036B902}" type="presParOf" srcId="{0F3203BC-6CAC-477F-AFB1-4A6EB297A3E4}" destId="{6A181EB5-2B7A-4E93-B09C-76E1ACA308AC}" srcOrd="1" destOrd="0" presId="urn:microsoft.com/office/officeart/2005/8/layout/hierarchy1"/>
    <dgm:cxn modelId="{2961D232-91A7-4A2E-BAAF-9BE5D0180F41}" type="presParOf" srcId="{6A181EB5-2B7A-4E93-B09C-76E1ACA308AC}" destId="{8FA85B60-2C97-4C1E-B798-B1E598196B34}" srcOrd="0" destOrd="0" presId="urn:microsoft.com/office/officeart/2005/8/layout/hierarchy1"/>
    <dgm:cxn modelId="{144F8F0D-AFA2-479D-AC52-263E56E35225}" type="presParOf" srcId="{6A181EB5-2B7A-4E93-B09C-76E1ACA308AC}" destId="{2B492149-12CE-423D-8D8A-3375AEFD20F8}" srcOrd="1" destOrd="0" presId="urn:microsoft.com/office/officeart/2005/8/layout/hierarchy1"/>
    <dgm:cxn modelId="{1B32F6FD-A059-40EB-90BD-43FF57A8FB94}" type="presParOf" srcId="{2B492149-12CE-423D-8D8A-3375AEFD20F8}" destId="{3786DDB2-5A42-4F6E-97CD-0A115285668E}" srcOrd="0" destOrd="0" presId="urn:microsoft.com/office/officeart/2005/8/layout/hierarchy1"/>
    <dgm:cxn modelId="{F76E7CB4-92BB-4763-B27E-7E6CD5702B20}" type="presParOf" srcId="{3786DDB2-5A42-4F6E-97CD-0A115285668E}" destId="{6D006C79-0573-4F37-8095-29B841843180}" srcOrd="0" destOrd="0" presId="urn:microsoft.com/office/officeart/2005/8/layout/hierarchy1"/>
    <dgm:cxn modelId="{501B2C90-1240-4490-93DE-71A0BAE4B345}" type="presParOf" srcId="{3786DDB2-5A42-4F6E-97CD-0A115285668E}" destId="{19DA1807-BB14-44A2-BFB0-AED654A88E58}" srcOrd="1" destOrd="0" presId="urn:microsoft.com/office/officeart/2005/8/layout/hierarchy1"/>
    <dgm:cxn modelId="{9DE4BFAC-CA13-42D3-B05D-A43E9209D6CF}" type="presParOf" srcId="{2B492149-12CE-423D-8D8A-3375AEFD20F8}" destId="{601B0E5A-5693-412C-9060-077B3B5D8EAA}" srcOrd="1" destOrd="0" presId="urn:microsoft.com/office/officeart/2005/8/layout/hierarchy1"/>
    <dgm:cxn modelId="{6DB55DE5-7B21-4335-AB26-F0FC18A0E664}" type="presParOf" srcId="{0FBA5E2F-0408-4C8D-AAAF-273BBEDA88D7}" destId="{15AC41B6-031F-4580-8316-46F7779654DC}" srcOrd="1" destOrd="0" presId="urn:microsoft.com/office/officeart/2005/8/layout/hierarchy1"/>
    <dgm:cxn modelId="{42C03ED6-1461-4E92-A012-F2DFEE788EEF}" type="presParOf" srcId="{15AC41B6-031F-4580-8316-46F7779654DC}" destId="{B44EEA07-CA47-407E-9A0D-9D8FCC2BF664}" srcOrd="0" destOrd="0" presId="urn:microsoft.com/office/officeart/2005/8/layout/hierarchy1"/>
    <dgm:cxn modelId="{CA13DC39-1FC1-4B81-A19A-9D9C9C0C2D6A}" type="presParOf" srcId="{B44EEA07-CA47-407E-9A0D-9D8FCC2BF664}" destId="{7F4C3AA1-37FC-45D8-890B-C7F2985E9C69}" srcOrd="0" destOrd="0" presId="urn:microsoft.com/office/officeart/2005/8/layout/hierarchy1"/>
    <dgm:cxn modelId="{36B4198F-2DF1-420A-8B36-8B71E1FCB107}" type="presParOf" srcId="{B44EEA07-CA47-407E-9A0D-9D8FCC2BF664}" destId="{EF59C510-7140-4CE2-B47D-8557BF16D526}" srcOrd="1" destOrd="0" presId="urn:microsoft.com/office/officeart/2005/8/layout/hierarchy1"/>
    <dgm:cxn modelId="{6C527C7F-D055-4A3C-8981-4375F014F21C}" type="presParOf" srcId="{15AC41B6-031F-4580-8316-46F7779654DC}" destId="{D0020C5F-FEB4-491E-8359-A30C7FA09B83}" srcOrd="1" destOrd="0" presId="urn:microsoft.com/office/officeart/2005/8/layout/hierarchy1"/>
    <dgm:cxn modelId="{02672CB0-5424-403E-A5D3-9FE75201B13E}" type="presParOf" srcId="{D0020C5F-FEB4-491E-8359-A30C7FA09B83}" destId="{AC28199C-9E6E-40FB-A52F-5DD577812577}" srcOrd="0" destOrd="0" presId="urn:microsoft.com/office/officeart/2005/8/layout/hierarchy1"/>
    <dgm:cxn modelId="{355E6897-7158-4FFF-A7A4-CAB26D598B37}" type="presParOf" srcId="{D0020C5F-FEB4-491E-8359-A30C7FA09B83}" destId="{A973B075-9DF0-4AF3-9CF9-9329AEE6BE47}" srcOrd="1" destOrd="0" presId="urn:microsoft.com/office/officeart/2005/8/layout/hierarchy1"/>
    <dgm:cxn modelId="{09F3F4CC-6370-495E-9CD6-1817FF839E0D}" type="presParOf" srcId="{A973B075-9DF0-4AF3-9CF9-9329AEE6BE47}" destId="{CC02B083-8A37-47DE-A92A-CD87B087AE2A}" srcOrd="0" destOrd="0" presId="urn:microsoft.com/office/officeart/2005/8/layout/hierarchy1"/>
    <dgm:cxn modelId="{0DAF37BC-D5F4-44CC-9034-F306374C8046}" type="presParOf" srcId="{CC02B083-8A37-47DE-A92A-CD87B087AE2A}" destId="{EEBCB3E0-7255-4749-A4CC-3937A8A419F3}" srcOrd="0" destOrd="0" presId="urn:microsoft.com/office/officeart/2005/8/layout/hierarchy1"/>
    <dgm:cxn modelId="{46A822D1-0BA3-42C6-9C96-8A76B7A192C6}" type="presParOf" srcId="{CC02B083-8A37-47DE-A92A-CD87B087AE2A}" destId="{90652E33-1764-4EA8-A8E6-ADDA7AACC250}" srcOrd="1" destOrd="0" presId="urn:microsoft.com/office/officeart/2005/8/layout/hierarchy1"/>
    <dgm:cxn modelId="{9B80ECE1-10A3-4C2B-A63E-C82F1CF015BD}" type="presParOf" srcId="{A973B075-9DF0-4AF3-9CF9-9329AEE6BE47}" destId="{B268667D-2DD9-4522-83F2-49EFCE0CC0E3}" srcOrd="1" destOrd="0" presId="urn:microsoft.com/office/officeart/2005/8/layout/hierarchy1"/>
    <dgm:cxn modelId="{3EE8D3AA-711A-4C77-B418-7684A9279CCA}" type="presParOf" srcId="{0FBA5E2F-0408-4C8D-AAAF-273BBEDA88D7}" destId="{FA25942D-FD3C-44AC-8A57-6CBB89620850}" srcOrd="2" destOrd="0" presId="urn:microsoft.com/office/officeart/2005/8/layout/hierarchy1"/>
    <dgm:cxn modelId="{B2296D69-EBD0-4CDC-BF10-63CD296D4E4C}" type="presParOf" srcId="{FA25942D-FD3C-44AC-8A57-6CBB89620850}" destId="{175178D8-E804-4FB8-B202-9AC9ED02A5D2}" srcOrd="0" destOrd="0" presId="urn:microsoft.com/office/officeart/2005/8/layout/hierarchy1"/>
    <dgm:cxn modelId="{FA367E43-AC51-4013-9569-F810B12845D0}" type="presParOf" srcId="{175178D8-E804-4FB8-B202-9AC9ED02A5D2}" destId="{BD51315A-5699-40D5-8B0E-771893E206A7}" srcOrd="0" destOrd="0" presId="urn:microsoft.com/office/officeart/2005/8/layout/hierarchy1"/>
    <dgm:cxn modelId="{442A36BE-04C6-4720-96B6-D645CC4833E4}" type="presParOf" srcId="{175178D8-E804-4FB8-B202-9AC9ED02A5D2}" destId="{2FF1BBA9-30AE-4537-BAF4-509CEB5BDC4D}" srcOrd="1" destOrd="0" presId="urn:microsoft.com/office/officeart/2005/8/layout/hierarchy1"/>
    <dgm:cxn modelId="{D6376293-1F5E-4A7C-B042-D105EBA9F22C}" type="presParOf" srcId="{FA25942D-FD3C-44AC-8A57-6CBB89620850}" destId="{68473848-EEF4-4666-A285-86026EE201B6}" srcOrd="1" destOrd="0" presId="urn:microsoft.com/office/officeart/2005/8/layout/hierarchy1"/>
    <dgm:cxn modelId="{81CBABCA-82D7-4AF4-A4B2-CD1EF1E18375}" type="presParOf" srcId="{68473848-EEF4-4666-A285-86026EE201B6}" destId="{4A1742C8-A5FF-4040-9C4D-D26682294D9F}" srcOrd="0" destOrd="0" presId="urn:microsoft.com/office/officeart/2005/8/layout/hierarchy1"/>
    <dgm:cxn modelId="{32443A83-B09F-430C-8D93-78FB3E0F399D}" type="presParOf" srcId="{68473848-EEF4-4666-A285-86026EE201B6}" destId="{E9703181-7C0F-418E-A543-6847700C0874}" srcOrd="1" destOrd="0" presId="urn:microsoft.com/office/officeart/2005/8/layout/hierarchy1"/>
    <dgm:cxn modelId="{23316496-3DF7-4AE3-809E-E7BAE1D18717}" type="presParOf" srcId="{E9703181-7C0F-418E-A543-6847700C0874}" destId="{1C3A882E-F157-47DA-B96C-3292FD928AB5}" srcOrd="0" destOrd="0" presId="urn:microsoft.com/office/officeart/2005/8/layout/hierarchy1"/>
    <dgm:cxn modelId="{FF87E2A2-DA8D-43B4-B12D-E85F1EB4FF74}" type="presParOf" srcId="{1C3A882E-F157-47DA-B96C-3292FD928AB5}" destId="{FF9438FA-0F88-482C-847A-F273B0A99DDB}" srcOrd="0" destOrd="0" presId="urn:microsoft.com/office/officeart/2005/8/layout/hierarchy1"/>
    <dgm:cxn modelId="{2FBF731A-0863-4C3A-B3B7-7F5A2606F952}" type="presParOf" srcId="{1C3A882E-F157-47DA-B96C-3292FD928AB5}" destId="{86B109B2-0A7E-4F7F-B0B2-273AF113A017}" srcOrd="1" destOrd="0" presId="urn:microsoft.com/office/officeart/2005/8/layout/hierarchy1"/>
    <dgm:cxn modelId="{AA19BCD5-8F1D-466E-9225-9CA48026DAC1}" type="presParOf" srcId="{E9703181-7C0F-418E-A543-6847700C0874}" destId="{147CA60A-D508-48A0-9AF7-290AECB21C67}" srcOrd="1" destOrd="0" presId="urn:microsoft.com/office/officeart/2005/8/layout/hierarchy1"/>
    <dgm:cxn modelId="{B984A8A6-651D-444C-87EE-BFC1E4F8FD22}" type="presParOf" srcId="{0FBA5E2F-0408-4C8D-AAAF-273BBEDA88D7}" destId="{6FE793F8-1667-41A0-88DD-EDF8110A3A66}" srcOrd="3" destOrd="0" presId="urn:microsoft.com/office/officeart/2005/8/layout/hierarchy1"/>
    <dgm:cxn modelId="{A2AF1AC0-1BB2-46DC-8D05-CFEACC08365C}" type="presParOf" srcId="{6FE793F8-1667-41A0-88DD-EDF8110A3A66}" destId="{65226BB8-D1F5-4E0A-8EF0-DD1BE8264250}" srcOrd="0" destOrd="0" presId="urn:microsoft.com/office/officeart/2005/8/layout/hierarchy1"/>
    <dgm:cxn modelId="{B274D833-E13D-459B-BA95-B9C70C7FF5CA}" type="presParOf" srcId="{65226BB8-D1F5-4E0A-8EF0-DD1BE8264250}" destId="{4F8D3F27-93A4-4B69-80D7-74E5C849808A}" srcOrd="0" destOrd="0" presId="urn:microsoft.com/office/officeart/2005/8/layout/hierarchy1"/>
    <dgm:cxn modelId="{FA637FDF-1D4E-4B7F-9508-E9DE2916DF9B}" type="presParOf" srcId="{65226BB8-D1F5-4E0A-8EF0-DD1BE8264250}" destId="{D634A252-6669-43EE-A613-E22AF9CAAD53}" srcOrd="1" destOrd="0" presId="urn:microsoft.com/office/officeart/2005/8/layout/hierarchy1"/>
    <dgm:cxn modelId="{5ACCFDF6-9984-4710-89C6-D70B90126462}" type="presParOf" srcId="{6FE793F8-1667-41A0-88DD-EDF8110A3A66}" destId="{2EBD5F6C-F6D1-405F-AA39-446B553B751E}" srcOrd="1" destOrd="0" presId="urn:microsoft.com/office/officeart/2005/8/layout/hierarchy1"/>
    <dgm:cxn modelId="{F78CC09F-CED9-443F-B0A2-730CF5F57895}" type="presParOf" srcId="{2EBD5F6C-F6D1-405F-AA39-446B553B751E}" destId="{22E36C7B-EED3-45C1-BC0B-1A9BFACF5CAB}" srcOrd="0" destOrd="0" presId="urn:microsoft.com/office/officeart/2005/8/layout/hierarchy1"/>
    <dgm:cxn modelId="{9F484889-4576-44D1-B4D8-582CB645F8DE}" type="presParOf" srcId="{2EBD5F6C-F6D1-405F-AA39-446B553B751E}" destId="{2E96C4FC-ADE3-4B1C-9838-88F7ED353492}" srcOrd="1" destOrd="0" presId="urn:microsoft.com/office/officeart/2005/8/layout/hierarchy1"/>
    <dgm:cxn modelId="{A0D7F151-E6CE-46FC-9E46-B4061287211C}" type="presParOf" srcId="{2E96C4FC-ADE3-4B1C-9838-88F7ED353492}" destId="{11DCC1C2-B207-4584-97A1-994922647240}" srcOrd="0" destOrd="0" presId="urn:microsoft.com/office/officeart/2005/8/layout/hierarchy1"/>
    <dgm:cxn modelId="{4912DC9D-B34C-464D-B361-02F46973487C}" type="presParOf" srcId="{11DCC1C2-B207-4584-97A1-994922647240}" destId="{3DF83307-3DE5-4D81-A36D-B3AE395F9605}" srcOrd="0" destOrd="0" presId="urn:microsoft.com/office/officeart/2005/8/layout/hierarchy1"/>
    <dgm:cxn modelId="{8AB392C6-9ADB-4CAB-97EB-174B9B49E642}" type="presParOf" srcId="{11DCC1C2-B207-4584-97A1-994922647240}" destId="{99BF09C8-8A33-46C8-9748-E8D7B66F77F3}" srcOrd="1" destOrd="0" presId="urn:microsoft.com/office/officeart/2005/8/layout/hierarchy1"/>
    <dgm:cxn modelId="{C2F73A35-7C4D-4F90-B5CC-A57CC0A2D78F}" type="presParOf" srcId="{2E96C4FC-ADE3-4B1C-9838-88F7ED353492}" destId="{742AAEF3-C610-4CA9-BE1D-865E5A66F0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8970FF-AC07-408F-A3F9-288444B1E3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E02299-6BB0-412F-B693-213E64472276}">
      <dgm:prSet/>
      <dgm:spPr/>
      <dgm:t>
        <a:bodyPr/>
        <a:lstStyle/>
        <a:p>
          <a:r>
            <a:rPr lang="hu-HU">
              <a:solidFill>
                <a:schemeClr val="tx1"/>
              </a:solidFill>
            </a:rPr>
            <a:t>Felhasználói hitelesítés: Regisztráció és bejelentkezés</a:t>
          </a:r>
          <a:endParaRPr lang="en-US">
            <a:solidFill>
              <a:schemeClr val="tx1"/>
            </a:solidFill>
          </a:endParaRPr>
        </a:p>
      </dgm:t>
    </dgm:pt>
    <dgm:pt modelId="{BF365D4B-62E0-4EA8-8B21-3ECDA4C360C2}" type="parTrans" cxnId="{5998FD77-EB00-4C20-8B18-F213A7318F67}">
      <dgm:prSet/>
      <dgm:spPr/>
      <dgm:t>
        <a:bodyPr/>
        <a:lstStyle/>
        <a:p>
          <a:endParaRPr lang="en-US"/>
        </a:p>
      </dgm:t>
    </dgm:pt>
    <dgm:pt modelId="{E39C73DD-BB04-476A-8588-C7209C80CAAE}" type="sibTrans" cxnId="{5998FD77-EB00-4C20-8B18-F213A7318F67}">
      <dgm:prSet/>
      <dgm:spPr/>
      <dgm:t>
        <a:bodyPr/>
        <a:lstStyle/>
        <a:p>
          <a:endParaRPr lang="en-US"/>
        </a:p>
      </dgm:t>
    </dgm:pt>
    <dgm:pt modelId="{84600083-8B35-4183-9A9D-9AC17F885809}">
      <dgm:prSet/>
      <dgm:spPr>
        <a:solidFill>
          <a:schemeClr val="accent2"/>
        </a:solidFill>
      </dgm:spPr>
      <dgm:t>
        <a:bodyPr/>
        <a:lstStyle/>
        <a:p>
          <a:r>
            <a:rPr lang="hu-HU">
              <a:solidFill>
                <a:schemeClr val="tx1"/>
              </a:solidFill>
            </a:rPr>
            <a:t>Receptek kedvelése és bejelentkezés után recept létrehozás</a:t>
          </a:r>
          <a:endParaRPr lang="en-US">
            <a:solidFill>
              <a:schemeClr val="tx1"/>
            </a:solidFill>
          </a:endParaRPr>
        </a:p>
      </dgm:t>
    </dgm:pt>
    <dgm:pt modelId="{018189C4-13D8-4B15-B978-B41A10C87B0D}" type="parTrans" cxnId="{8BC1DF27-8797-4C80-BC3B-5641A7A41A69}">
      <dgm:prSet/>
      <dgm:spPr/>
      <dgm:t>
        <a:bodyPr/>
        <a:lstStyle/>
        <a:p>
          <a:endParaRPr lang="en-US"/>
        </a:p>
      </dgm:t>
    </dgm:pt>
    <dgm:pt modelId="{1358F30E-3569-4E15-BD79-A0BDD77078CA}" type="sibTrans" cxnId="{8BC1DF27-8797-4C80-BC3B-5641A7A41A69}">
      <dgm:prSet/>
      <dgm:spPr/>
      <dgm:t>
        <a:bodyPr/>
        <a:lstStyle/>
        <a:p>
          <a:endParaRPr lang="en-US"/>
        </a:p>
      </dgm:t>
    </dgm:pt>
    <dgm:pt modelId="{38DD7D27-8C15-42E4-A2EC-720A6B8642F3}">
      <dgm:prSet/>
      <dgm:spPr>
        <a:solidFill>
          <a:schemeClr val="accent3"/>
        </a:solidFill>
      </dgm:spPr>
      <dgm:t>
        <a:bodyPr/>
        <a:lstStyle/>
        <a:p>
          <a:r>
            <a:rPr lang="hu-HU">
              <a:solidFill>
                <a:schemeClr val="tx1"/>
              </a:solidFill>
            </a:rPr>
            <a:t>Kérdőív használata ha nincsen ötlet</a:t>
          </a:r>
          <a:endParaRPr lang="en-US">
            <a:solidFill>
              <a:schemeClr val="tx1"/>
            </a:solidFill>
          </a:endParaRPr>
        </a:p>
      </dgm:t>
    </dgm:pt>
    <dgm:pt modelId="{FB034CDB-55C4-40D1-9AB2-A7CE52247FAB}" type="parTrans" cxnId="{122CF35B-AA71-480D-91B8-EF22B0FBD0EE}">
      <dgm:prSet/>
      <dgm:spPr/>
      <dgm:t>
        <a:bodyPr/>
        <a:lstStyle/>
        <a:p>
          <a:endParaRPr lang="en-US"/>
        </a:p>
      </dgm:t>
    </dgm:pt>
    <dgm:pt modelId="{0CA9A4BD-508F-456F-85A0-7D4E3877E660}" type="sibTrans" cxnId="{122CF35B-AA71-480D-91B8-EF22B0FBD0EE}">
      <dgm:prSet/>
      <dgm:spPr/>
      <dgm:t>
        <a:bodyPr/>
        <a:lstStyle/>
        <a:p>
          <a:endParaRPr lang="en-US"/>
        </a:p>
      </dgm:t>
    </dgm:pt>
    <dgm:pt modelId="{31F314F9-B8A0-416B-8EC0-058014C2F9D7}">
      <dgm:prSet/>
      <dgm:spPr>
        <a:solidFill>
          <a:schemeClr val="accent1"/>
        </a:solidFill>
      </dgm:spPr>
      <dgm:t>
        <a:bodyPr/>
        <a:lstStyle/>
        <a:p>
          <a:r>
            <a:rPr lang="hu-HU">
              <a:solidFill>
                <a:schemeClr val="tx1"/>
              </a:solidFill>
            </a:rPr>
            <a:t>Saját adatbázis használata</a:t>
          </a:r>
          <a:endParaRPr lang="en-US">
            <a:solidFill>
              <a:schemeClr val="tx1"/>
            </a:solidFill>
          </a:endParaRPr>
        </a:p>
      </dgm:t>
    </dgm:pt>
    <dgm:pt modelId="{157D5987-7280-4B17-8AA4-62EE49AEE804}" type="parTrans" cxnId="{973A70FB-64DA-49CA-8C16-3ADC25EB3922}">
      <dgm:prSet/>
      <dgm:spPr/>
      <dgm:t>
        <a:bodyPr/>
        <a:lstStyle/>
        <a:p>
          <a:endParaRPr lang="en-US"/>
        </a:p>
      </dgm:t>
    </dgm:pt>
    <dgm:pt modelId="{1BC7C06C-F7AD-4049-A166-C85EC5A49427}" type="sibTrans" cxnId="{973A70FB-64DA-49CA-8C16-3ADC25EB3922}">
      <dgm:prSet/>
      <dgm:spPr/>
      <dgm:t>
        <a:bodyPr/>
        <a:lstStyle/>
        <a:p>
          <a:endParaRPr lang="en-US"/>
        </a:p>
      </dgm:t>
    </dgm:pt>
    <dgm:pt modelId="{621DE9A7-1343-4736-97BB-A075A8945762}">
      <dgm:prSet/>
      <dgm:spPr>
        <a:solidFill>
          <a:schemeClr val="accent2"/>
        </a:solidFill>
      </dgm:spPr>
      <dgm:t>
        <a:bodyPr/>
        <a:lstStyle/>
        <a:p>
          <a:r>
            <a:rPr lang="hu-HU">
              <a:solidFill>
                <a:schemeClr val="tx1"/>
              </a:solidFill>
            </a:rPr>
            <a:t>Konyhám része hogy mi van a hűtődbe és alapanyagok alapján szűrés</a:t>
          </a:r>
          <a:endParaRPr lang="en-US">
            <a:solidFill>
              <a:schemeClr val="tx1"/>
            </a:solidFill>
          </a:endParaRPr>
        </a:p>
      </dgm:t>
    </dgm:pt>
    <dgm:pt modelId="{E7E09975-9C48-4235-A4D4-FFCF28CF8D82}" type="parTrans" cxnId="{59CCCB54-1E92-46B3-BEF3-83B1A638A0A9}">
      <dgm:prSet/>
      <dgm:spPr/>
      <dgm:t>
        <a:bodyPr/>
        <a:lstStyle/>
        <a:p>
          <a:endParaRPr lang="en-US"/>
        </a:p>
      </dgm:t>
    </dgm:pt>
    <dgm:pt modelId="{BE4B4CB3-E597-49BC-85EA-B26966B1D1E6}" type="sibTrans" cxnId="{59CCCB54-1E92-46B3-BEF3-83B1A638A0A9}">
      <dgm:prSet/>
      <dgm:spPr/>
      <dgm:t>
        <a:bodyPr/>
        <a:lstStyle/>
        <a:p>
          <a:endParaRPr lang="en-US"/>
        </a:p>
      </dgm:t>
    </dgm:pt>
    <dgm:pt modelId="{16BCF627-13E0-4147-B85F-96B3DAF73CF3}" type="pres">
      <dgm:prSet presAssocID="{678970FF-AC07-408F-A3F9-288444B1E318}" presName="linear" presStyleCnt="0">
        <dgm:presLayoutVars>
          <dgm:animLvl val="lvl"/>
          <dgm:resizeHandles val="exact"/>
        </dgm:presLayoutVars>
      </dgm:prSet>
      <dgm:spPr/>
    </dgm:pt>
    <dgm:pt modelId="{EE60A489-2B5D-4E77-BB44-3C391A319B3F}" type="pres">
      <dgm:prSet presAssocID="{A2E02299-6BB0-412F-B693-213E644722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4E6FAE-E9E8-4182-9CF3-8700E497CD4B}" type="pres">
      <dgm:prSet presAssocID="{E39C73DD-BB04-476A-8588-C7209C80CAAE}" presName="spacer" presStyleCnt="0"/>
      <dgm:spPr/>
    </dgm:pt>
    <dgm:pt modelId="{621ECE69-19E4-4877-9F9E-63FBB7EC3411}" type="pres">
      <dgm:prSet presAssocID="{84600083-8B35-4183-9A9D-9AC17F8858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12C6193-AF93-4742-99E0-1BFD60FB09F2}" type="pres">
      <dgm:prSet presAssocID="{1358F30E-3569-4E15-BD79-A0BDD77078CA}" presName="spacer" presStyleCnt="0"/>
      <dgm:spPr/>
    </dgm:pt>
    <dgm:pt modelId="{185871AF-1672-459A-A964-12FEFC4664A4}" type="pres">
      <dgm:prSet presAssocID="{38DD7D27-8C15-42E4-A2EC-720A6B8642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3D1C24E-8CEA-45C2-93A7-CFEADE0A9D1C}" type="pres">
      <dgm:prSet presAssocID="{0CA9A4BD-508F-456F-85A0-7D4E3877E660}" presName="spacer" presStyleCnt="0"/>
      <dgm:spPr/>
    </dgm:pt>
    <dgm:pt modelId="{431178B2-FFAD-40E9-9516-3A07215C8CF1}" type="pres">
      <dgm:prSet presAssocID="{31F314F9-B8A0-416B-8EC0-058014C2F9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F0FF03-AD04-4511-982B-321588EB5470}" type="pres">
      <dgm:prSet presAssocID="{1BC7C06C-F7AD-4049-A166-C85EC5A49427}" presName="spacer" presStyleCnt="0"/>
      <dgm:spPr/>
    </dgm:pt>
    <dgm:pt modelId="{F84BE909-DC4E-4C1C-8EED-A87601A70750}" type="pres">
      <dgm:prSet presAssocID="{621DE9A7-1343-4736-97BB-A075A89457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BC1DF27-8797-4C80-BC3B-5641A7A41A69}" srcId="{678970FF-AC07-408F-A3F9-288444B1E318}" destId="{84600083-8B35-4183-9A9D-9AC17F885809}" srcOrd="1" destOrd="0" parTransId="{018189C4-13D8-4B15-B978-B41A10C87B0D}" sibTransId="{1358F30E-3569-4E15-BD79-A0BDD77078CA}"/>
    <dgm:cxn modelId="{1816C62B-775B-4E71-B850-43E24F4662CA}" type="presOf" srcId="{84600083-8B35-4183-9A9D-9AC17F885809}" destId="{621ECE69-19E4-4877-9F9E-63FBB7EC3411}" srcOrd="0" destOrd="0" presId="urn:microsoft.com/office/officeart/2005/8/layout/vList2"/>
    <dgm:cxn modelId="{8B028430-3695-4F81-9DEF-161D1B6E8A6F}" type="presOf" srcId="{621DE9A7-1343-4736-97BB-A075A8945762}" destId="{F84BE909-DC4E-4C1C-8EED-A87601A70750}" srcOrd="0" destOrd="0" presId="urn:microsoft.com/office/officeart/2005/8/layout/vList2"/>
    <dgm:cxn modelId="{122CF35B-AA71-480D-91B8-EF22B0FBD0EE}" srcId="{678970FF-AC07-408F-A3F9-288444B1E318}" destId="{38DD7D27-8C15-42E4-A2EC-720A6B8642F3}" srcOrd="2" destOrd="0" parTransId="{FB034CDB-55C4-40D1-9AB2-A7CE52247FAB}" sibTransId="{0CA9A4BD-508F-456F-85A0-7D4E3877E660}"/>
    <dgm:cxn modelId="{1B6BBC51-F614-4B9F-B20B-E584A371F3F4}" type="presOf" srcId="{A2E02299-6BB0-412F-B693-213E64472276}" destId="{EE60A489-2B5D-4E77-BB44-3C391A319B3F}" srcOrd="0" destOrd="0" presId="urn:microsoft.com/office/officeart/2005/8/layout/vList2"/>
    <dgm:cxn modelId="{59CCCB54-1E92-46B3-BEF3-83B1A638A0A9}" srcId="{678970FF-AC07-408F-A3F9-288444B1E318}" destId="{621DE9A7-1343-4736-97BB-A075A8945762}" srcOrd="4" destOrd="0" parTransId="{E7E09975-9C48-4235-A4D4-FFCF28CF8D82}" sibTransId="{BE4B4CB3-E597-49BC-85EA-B26966B1D1E6}"/>
    <dgm:cxn modelId="{5998FD77-EB00-4C20-8B18-F213A7318F67}" srcId="{678970FF-AC07-408F-A3F9-288444B1E318}" destId="{A2E02299-6BB0-412F-B693-213E64472276}" srcOrd="0" destOrd="0" parTransId="{BF365D4B-62E0-4EA8-8B21-3ECDA4C360C2}" sibTransId="{E39C73DD-BB04-476A-8588-C7209C80CAAE}"/>
    <dgm:cxn modelId="{8ECDB779-A488-4B7C-B431-B0B4B86C62B3}" type="presOf" srcId="{38DD7D27-8C15-42E4-A2EC-720A6B8642F3}" destId="{185871AF-1672-459A-A964-12FEFC4664A4}" srcOrd="0" destOrd="0" presId="urn:microsoft.com/office/officeart/2005/8/layout/vList2"/>
    <dgm:cxn modelId="{8E48B4C0-6E5F-4263-8F65-8ECB8915B964}" type="presOf" srcId="{31F314F9-B8A0-416B-8EC0-058014C2F9D7}" destId="{431178B2-FFAD-40E9-9516-3A07215C8CF1}" srcOrd="0" destOrd="0" presId="urn:microsoft.com/office/officeart/2005/8/layout/vList2"/>
    <dgm:cxn modelId="{973A70FB-64DA-49CA-8C16-3ADC25EB3922}" srcId="{678970FF-AC07-408F-A3F9-288444B1E318}" destId="{31F314F9-B8A0-416B-8EC0-058014C2F9D7}" srcOrd="3" destOrd="0" parTransId="{157D5987-7280-4B17-8AA4-62EE49AEE804}" sibTransId="{1BC7C06C-F7AD-4049-A166-C85EC5A49427}"/>
    <dgm:cxn modelId="{F058DBFC-5F04-4239-80F5-C9794405B5EF}" type="presOf" srcId="{678970FF-AC07-408F-A3F9-288444B1E318}" destId="{16BCF627-13E0-4147-B85F-96B3DAF73CF3}" srcOrd="0" destOrd="0" presId="urn:microsoft.com/office/officeart/2005/8/layout/vList2"/>
    <dgm:cxn modelId="{78CEB3DC-0CC3-4D50-8AC0-8B5BA67938FA}" type="presParOf" srcId="{16BCF627-13E0-4147-B85F-96B3DAF73CF3}" destId="{EE60A489-2B5D-4E77-BB44-3C391A319B3F}" srcOrd="0" destOrd="0" presId="urn:microsoft.com/office/officeart/2005/8/layout/vList2"/>
    <dgm:cxn modelId="{CFDB3FBC-D08D-4661-9980-6FC35A861D17}" type="presParOf" srcId="{16BCF627-13E0-4147-B85F-96B3DAF73CF3}" destId="{F24E6FAE-E9E8-4182-9CF3-8700E497CD4B}" srcOrd="1" destOrd="0" presId="urn:microsoft.com/office/officeart/2005/8/layout/vList2"/>
    <dgm:cxn modelId="{59AACFC4-ADE6-4DE0-9165-F66BD3B30743}" type="presParOf" srcId="{16BCF627-13E0-4147-B85F-96B3DAF73CF3}" destId="{621ECE69-19E4-4877-9F9E-63FBB7EC3411}" srcOrd="2" destOrd="0" presId="urn:microsoft.com/office/officeart/2005/8/layout/vList2"/>
    <dgm:cxn modelId="{24D5D4B7-0C54-4B5B-9246-D6D06C6D4A7F}" type="presParOf" srcId="{16BCF627-13E0-4147-B85F-96B3DAF73CF3}" destId="{812C6193-AF93-4742-99E0-1BFD60FB09F2}" srcOrd="3" destOrd="0" presId="urn:microsoft.com/office/officeart/2005/8/layout/vList2"/>
    <dgm:cxn modelId="{F8C80BD4-8587-4256-ACFB-DD9C2D9026CD}" type="presParOf" srcId="{16BCF627-13E0-4147-B85F-96B3DAF73CF3}" destId="{185871AF-1672-459A-A964-12FEFC4664A4}" srcOrd="4" destOrd="0" presId="urn:microsoft.com/office/officeart/2005/8/layout/vList2"/>
    <dgm:cxn modelId="{ACCCC7B7-97E9-4E4D-940D-9E2B0F4D0E14}" type="presParOf" srcId="{16BCF627-13E0-4147-B85F-96B3DAF73CF3}" destId="{B3D1C24E-8CEA-45C2-93A7-CFEADE0A9D1C}" srcOrd="5" destOrd="0" presId="urn:microsoft.com/office/officeart/2005/8/layout/vList2"/>
    <dgm:cxn modelId="{B25700EF-F79C-4291-A896-301CCCB3FE08}" type="presParOf" srcId="{16BCF627-13E0-4147-B85F-96B3DAF73CF3}" destId="{431178B2-FFAD-40E9-9516-3A07215C8CF1}" srcOrd="6" destOrd="0" presId="urn:microsoft.com/office/officeart/2005/8/layout/vList2"/>
    <dgm:cxn modelId="{EE5C510A-35DF-496B-8AEE-23E06A68B25C}" type="presParOf" srcId="{16BCF627-13E0-4147-B85F-96B3DAF73CF3}" destId="{80F0FF03-AD04-4511-982B-321588EB5470}" srcOrd="7" destOrd="0" presId="urn:microsoft.com/office/officeart/2005/8/layout/vList2"/>
    <dgm:cxn modelId="{370F9A47-A36A-451E-B58E-F9F11D756A7A}" type="presParOf" srcId="{16BCF627-13E0-4147-B85F-96B3DAF73CF3}" destId="{F84BE909-DC4E-4C1C-8EED-A87601A7075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55872-8CFA-4D1A-A92E-94712F6BCB4E}">
      <dsp:nvSpPr>
        <dsp:cNvPr id="0" name=""/>
        <dsp:cNvSpPr/>
      </dsp:nvSpPr>
      <dsp:spPr>
        <a:xfrm>
          <a:off x="0" y="0"/>
          <a:ext cx="7800848" cy="1005840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</a:rPr>
            <a:t>Recipe collection.</a:t>
          </a:r>
        </a:p>
      </dsp:txBody>
      <dsp:txXfrm>
        <a:off x="29460" y="29460"/>
        <a:ext cx="6630474" cy="946920"/>
      </dsp:txXfrm>
    </dsp:sp>
    <dsp:sp modelId="{20CBBD16-65E8-412F-A678-3B1CDF5D3065}">
      <dsp:nvSpPr>
        <dsp:cNvPr id="0" name=""/>
        <dsp:cNvSpPr/>
      </dsp:nvSpPr>
      <dsp:spPr>
        <a:xfrm>
          <a:off x="653321" y="1188720"/>
          <a:ext cx="7800848" cy="1005840"/>
        </a:xfrm>
        <a:prstGeom prst="roundRect">
          <a:avLst>
            <a:gd name="adj" fmla="val 10000"/>
          </a:avLst>
        </a:prstGeom>
        <a:solidFill>
          <a:schemeClr val="accent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</a:rPr>
            <a:t>To make cooking easier in everyday life.</a:t>
          </a:r>
        </a:p>
      </dsp:txBody>
      <dsp:txXfrm>
        <a:off x="682781" y="1218180"/>
        <a:ext cx="6434810" cy="946920"/>
      </dsp:txXfrm>
    </dsp:sp>
    <dsp:sp modelId="{977FA8AF-C8D8-441A-BEE3-1318D4A2684B}">
      <dsp:nvSpPr>
        <dsp:cNvPr id="0" name=""/>
        <dsp:cNvSpPr/>
      </dsp:nvSpPr>
      <dsp:spPr>
        <a:xfrm>
          <a:off x="1296890" y="2377440"/>
          <a:ext cx="7800848" cy="10058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</a:rPr>
            <a:t>Upload and share your own recipes.</a:t>
          </a:r>
        </a:p>
      </dsp:txBody>
      <dsp:txXfrm>
        <a:off x="1326350" y="2406900"/>
        <a:ext cx="6444562" cy="946920"/>
      </dsp:txXfrm>
    </dsp:sp>
    <dsp:sp modelId="{C15A48AE-7749-49A9-9DDB-61DED2551111}">
      <dsp:nvSpPr>
        <dsp:cNvPr id="0" name=""/>
        <dsp:cNvSpPr/>
      </dsp:nvSpPr>
      <dsp:spPr>
        <a:xfrm>
          <a:off x="1950211" y="3566160"/>
          <a:ext cx="7800848" cy="1005840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</a:rPr>
            <a:t>Have more options with a registered account.</a:t>
          </a:r>
        </a:p>
      </dsp:txBody>
      <dsp:txXfrm>
        <a:off x="1979671" y="3595620"/>
        <a:ext cx="6434810" cy="946920"/>
      </dsp:txXfrm>
    </dsp:sp>
    <dsp:sp modelId="{07BF0283-C891-4E87-9500-B3615BC9DC02}">
      <dsp:nvSpPr>
        <dsp:cNvPr id="0" name=""/>
        <dsp:cNvSpPr/>
      </dsp:nvSpPr>
      <dsp:spPr>
        <a:xfrm>
          <a:off x="7147052" y="770382"/>
          <a:ext cx="653796" cy="653796"/>
        </a:xfrm>
        <a:prstGeom prst="downArrow">
          <a:avLst>
            <a:gd name="adj1" fmla="val 55000"/>
            <a:gd name="adj2" fmla="val 45000"/>
          </a:avLst>
        </a:prstGeom>
        <a:solidFill>
          <a:schemeClr val="tx1">
            <a:alpha val="90000"/>
          </a:schemeClr>
        </a:solidFill>
        <a:ln w="10795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294156" y="770382"/>
        <a:ext cx="359588" cy="491981"/>
      </dsp:txXfrm>
    </dsp:sp>
    <dsp:sp modelId="{A1B9868C-FB69-42CA-AAD0-1FED68443E6B}">
      <dsp:nvSpPr>
        <dsp:cNvPr id="0" name=""/>
        <dsp:cNvSpPr/>
      </dsp:nvSpPr>
      <dsp:spPr>
        <a:xfrm>
          <a:off x="7800373" y="1959102"/>
          <a:ext cx="653796" cy="653796"/>
        </a:xfrm>
        <a:prstGeom prst="downArrow">
          <a:avLst>
            <a:gd name="adj1" fmla="val 55000"/>
            <a:gd name="adj2" fmla="val 45000"/>
          </a:avLst>
        </a:prstGeom>
        <a:solidFill>
          <a:schemeClr val="tx1">
            <a:alpha val="90000"/>
          </a:schemeClr>
        </a:solidFill>
        <a:ln w="10795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947477" y="1959102"/>
        <a:ext cx="359588" cy="491981"/>
      </dsp:txXfrm>
    </dsp:sp>
    <dsp:sp modelId="{B40D7119-4B6E-4793-A145-EB51B3DD1519}">
      <dsp:nvSpPr>
        <dsp:cNvPr id="0" name=""/>
        <dsp:cNvSpPr/>
      </dsp:nvSpPr>
      <dsp:spPr>
        <a:xfrm>
          <a:off x="8424937" y="3168351"/>
          <a:ext cx="653796" cy="653796"/>
        </a:xfrm>
        <a:prstGeom prst="downArrow">
          <a:avLst>
            <a:gd name="adj1" fmla="val 55000"/>
            <a:gd name="adj2" fmla="val 45000"/>
          </a:avLst>
        </a:prstGeom>
        <a:solidFill>
          <a:schemeClr val="tx1">
            <a:alpha val="90000"/>
          </a:schemeClr>
        </a:solidFill>
        <a:ln w="10795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572041" y="3168351"/>
        <a:ext cx="359588" cy="4919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FC443-0DDC-4D98-AA2A-BDA4A6A802BC}">
      <dsp:nvSpPr>
        <dsp:cNvPr id="0" name=""/>
        <dsp:cNvSpPr/>
      </dsp:nvSpPr>
      <dsp:spPr>
        <a:xfrm>
          <a:off x="1163982" y="562937"/>
          <a:ext cx="3766448" cy="3766448"/>
        </a:xfrm>
        <a:prstGeom prst="blockArc">
          <a:avLst>
            <a:gd name="adj1" fmla="val 9000000"/>
            <a:gd name="adj2" fmla="val 16200000"/>
            <a:gd name="adj3" fmla="val 4635"/>
          </a:avLst>
        </a:prstGeom>
        <a:gradFill rotWithShape="0">
          <a:gsLst>
            <a:gs pos="100000">
              <a:schemeClr val="accent2"/>
            </a:gs>
            <a:gs pos="69000">
              <a:schemeClr val="accent1">
                <a:tint val="44500"/>
                <a:satMod val="160000"/>
              </a:schemeClr>
            </a:gs>
            <a:gs pos="0">
              <a:schemeClr val="accent1">
                <a:tint val="23500"/>
                <a:satMod val="160000"/>
              </a:schemeClr>
            </a:gs>
          </a:gsLst>
          <a:lin ang="10800000" scaled="1"/>
        </a:gra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795B2E-2901-4728-A473-194B62A89381}">
      <dsp:nvSpPr>
        <dsp:cNvPr id="0" name=""/>
        <dsp:cNvSpPr/>
      </dsp:nvSpPr>
      <dsp:spPr>
        <a:xfrm>
          <a:off x="1163982" y="562937"/>
          <a:ext cx="3766448" cy="3766448"/>
        </a:xfrm>
        <a:prstGeom prst="blockArc">
          <a:avLst>
            <a:gd name="adj1" fmla="val 1800000"/>
            <a:gd name="adj2" fmla="val 9000000"/>
            <a:gd name="adj3" fmla="val 4635"/>
          </a:avLst>
        </a:prstGeom>
        <a:gradFill rotWithShape="0">
          <a:gsLst>
            <a:gs pos="0">
              <a:schemeClr val="accent3"/>
            </a:gs>
            <a:gs pos="51000">
              <a:schemeClr val="bg1"/>
            </a:gs>
            <a:gs pos="100000">
              <a:schemeClr val="accent2"/>
            </a:gs>
          </a:gsLst>
          <a:lin ang="10800000" scaled="1"/>
        </a:gra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F487F1-81E8-48AF-B1AF-70A90C21B2A8}">
      <dsp:nvSpPr>
        <dsp:cNvPr id="0" name=""/>
        <dsp:cNvSpPr/>
      </dsp:nvSpPr>
      <dsp:spPr>
        <a:xfrm>
          <a:off x="1163982" y="562937"/>
          <a:ext cx="3766448" cy="3766448"/>
        </a:xfrm>
        <a:prstGeom prst="blockArc">
          <a:avLst>
            <a:gd name="adj1" fmla="val 16200000"/>
            <a:gd name="adj2" fmla="val 1800000"/>
            <a:gd name="adj3" fmla="val 4635"/>
          </a:avLst>
        </a:prstGeom>
        <a:gradFill rotWithShape="0">
          <a:gsLst>
            <a:gs pos="0">
              <a:schemeClr val="accent3"/>
            </a:gs>
            <a:gs pos="16000">
              <a:schemeClr val="accent1">
                <a:tint val="44500"/>
                <a:satMod val="160000"/>
              </a:schemeClr>
            </a:gs>
            <a:gs pos="100000">
              <a:schemeClr val="accent1"/>
            </a:gs>
          </a:gsLst>
          <a:lin ang="10800000" scaled="1"/>
        </a:gra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93C46F-EDBC-4662-BB18-0AAC25CDC827}">
      <dsp:nvSpPr>
        <dsp:cNvPr id="0" name=""/>
        <dsp:cNvSpPr/>
      </dsp:nvSpPr>
      <dsp:spPr>
        <a:xfrm>
          <a:off x="2181252" y="1580207"/>
          <a:ext cx="1731908" cy="1731908"/>
        </a:xfrm>
        <a:prstGeom prst="ellipse">
          <a:avLst/>
        </a:prstGeom>
        <a:gradFill rotWithShape="0">
          <a:gsLst>
            <a:gs pos="100000">
              <a:schemeClr val="accent2"/>
            </a:gs>
            <a:gs pos="60000">
              <a:schemeClr val="accent1">
                <a:lumMod val="40000"/>
                <a:lumOff val="60000"/>
              </a:schemeClr>
            </a:gs>
            <a:gs pos="40000">
              <a:schemeClr val="accent1">
                <a:lumMod val="40000"/>
                <a:lumOff val="60000"/>
              </a:schemeClr>
            </a:gs>
            <a:gs pos="0">
              <a:schemeClr val="accent3"/>
            </a:gs>
          </a:gsLst>
          <a:lin ang="10800000" scaled="1"/>
        </a:gra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rtlCol="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noProof="0" dirty="0" err="1">
              <a:solidFill>
                <a:schemeClr val="tx1"/>
              </a:solidFill>
            </a:rPr>
            <a:t>What</a:t>
          </a:r>
          <a:r>
            <a:rPr lang="hu-HU" sz="2000" kern="1200" noProof="0" dirty="0">
              <a:solidFill>
                <a:schemeClr val="tx1"/>
              </a:solidFill>
            </a:rPr>
            <a:t> </a:t>
          </a:r>
          <a:r>
            <a:rPr lang="hu-HU" sz="2000" kern="1200" noProof="0" dirty="0" err="1">
              <a:solidFill>
                <a:schemeClr val="tx1"/>
              </a:solidFill>
            </a:rPr>
            <a:t>should</a:t>
          </a:r>
          <a:r>
            <a:rPr lang="hu-HU" sz="2000" kern="1200" noProof="0" dirty="0">
              <a:solidFill>
                <a:schemeClr val="tx1"/>
              </a:solidFill>
            </a:rPr>
            <a:t> I </a:t>
          </a:r>
          <a:r>
            <a:rPr lang="hu-HU" sz="2000" kern="1200" noProof="0" dirty="0" err="1">
              <a:solidFill>
                <a:schemeClr val="tx1"/>
              </a:solidFill>
            </a:rPr>
            <a:t>cook</a:t>
          </a:r>
          <a:r>
            <a:rPr lang="hu-HU" sz="2000" kern="1200" noProof="0" dirty="0">
              <a:solidFill>
                <a:schemeClr val="tx1"/>
              </a:solidFill>
            </a:rPr>
            <a:t> </a:t>
          </a:r>
          <a:r>
            <a:rPr lang="hu-HU" sz="2000" kern="1200" noProof="0" dirty="0" err="1">
              <a:solidFill>
                <a:schemeClr val="tx1"/>
              </a:solidFill>
            </a:rPr>
            <a:t>today</a:t>
          </a:r>
          <a:r>
            <a:rPr lang="hu-HU" sz="2000" kern="1200" noProof="0" dirty="0">
              <a:solidFill>
                <a:schemeClr val="tx1"/>
              </a:solidFill>
            </a:rPr>
            <a:t>? </a:t>
          </a:r>
          <a:endParaRPr lang="en-US" sz="2000" kern="1200" noProof="0" dirty="0">
            <a:solidFill>
              <a:schemeClr val="tx1"/>
            </a:solidFill>
          </a:endParaRPr>
        </a:p>
      </dsp:txBody>
      <dsp:txXfrm>
        <a:off x="2434884" y="1833839"/>
        <a:ext cx="1224644" cy="1224644"/>
      </dsp:txXfrm>
    </dsp:sp>
    <dsp:sp modelId="{89327D61-420F-4737-BFDD-BC31135C24A7}">
      <dsp:nvSpPr>
        <dsp:cNvPr id="0" name=""/>
        <dsp:cNvSpPr/>
      </dsp:nvSpPr>
      <dsp:spPr>
        <a:xfrm>
          <a:off x="2441038" y="413"/>
          <a:ext cx="1212335" cy="1212335"/>
        </a:xfrm>
        <a:prstGeom prst="ellipse">
          <a:avLst/>
        </a:prstGeom>
        <a:solidFill>
          <a:schemeClr val="accent1"/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 noProof="0"/>
            <a:t>Frontend</a:t>
          </a:r>
        </a:p>
      </dsp:txBody>
      <dsp:txXfrm>
        <a:off x="2618580" y="177955"/>
        <a:ext cx="857251" cy="857251"/>
      </dsp:txXfrm>
    </dsp:sp>
    <dsp:sp modelId="{7BEFE3B4-8A40-41CC-9964-DEAFDD887928}">
      <dsp:nvSpPr>
        <dsp:cNvPr id="0" name=""/>
        <dsp:cNvSpPr/>
      </dsp:nvSpPr>
      <dsp:spPr>
        <a:xfrm>
          <a:off x="4034161" y="2759783"/>
          <a:ext cx="1212335" cy="1212335"/>
        </a:xfrm>
        <a:prstGeom prst="ellipse">
          <a:avLst/>
        </a:prstGeom>
        <a:solidFill>
          <a:schemeClr val="accent3"/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Backend</a:t>
          </a:r>
          <a:endParaRPr lang="en-US" sz="1600" kern="1200"/>
        </a:p>
      </dsp:txBody>
      <dsp:txXfrm>
        <a:off x="4211703" y="2937325"/>
        <a:ext cx="857251" cy="857251"/>
      </dsp:txXfrm>
    </dsp:sp>
    <dsp:sp modelId="{8024CF44-6564-4426-81E2-61F55280C1C7}">
      <dsp:nvSpPr>
        <dsp:cNvPr id="0" name=""/>
        <dsp:cNvSpPr/>
      </dsp:nvSpPr>
      <dsp:spPr>
        <a:xfrm>
          <a:off x="847915" y="2759783"/>
          <a:ext cx="1212335" cy="12123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Database</a:t>
          </a:r>
          <a:endParaRPr lang="en-US" sz="1600" kern="1200"/>
        </a:p>
      </dsp:txBody>
      <dsp:txXfrm>
        <a:off x="1025457" y="2937325"/>
        <a:ext cx="857251" cy="8572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36C7B-EED3-45C1-BC0B-1A9BFACF5CAB}">
      <dsp:nvSpPr>
        <dsp:cNvPr id="0" name=""/>
        <dsp:cNvSpPr/>
      </dsp:nvSpPr>
      <dsp:spPr>
        <a:xfrm>
          <a:off x="8455985" y="1881738"/>
          <a:ext cx="91440" cy="5932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3219"/>
              </a:lnTo>
            </a:path>
          </a:pathLst>
        </a:custGeom>
        <a:noFill/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1742C8-A5FF-4040-9C4D-D26682294D9F}">
      <dsp:nvSpPr>
        <dsp:cNvPr id="0" name=""/>
        <dsp:cNvSpPr/>
      </dsp:nvSpPr>
      <dsp:spPr>
        <a:xfrm>
          <a:off x="5962989" y="1881738"/>
          <a:ext cx="91440" cy="5932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3219"/>
              </a:lnTo>
            </a:path>
          </a:pathLst>
        </a:custGeom>
        <a:noFill/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8199C-9E6E-40FB-A52F-5DD577812577}">
      <dsp:nvSpPr>
        <dsp:cNvPr id="0" name=""/>
        <dsp:cNvSpPr/>
      </dsp:nvSpPr>
      <dsp:spPr>
        <a:xfrm>
          <a:off x="3469994" y="1881738"/>
          <a:ext cx="91440" cy="5932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3219"/>
              </a:lnTo>
            </a:path>
          </a:pathLst>
        </a:custGeom>
        <a:noFill/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85B60-2C97-4C1E-B798-B1E598196B34}">
      <dsp:nvSpPr>
        <dsp:cNvPr id="0" name=""/>
        <dsp:cNvSpPr/>
      </dsp:nvSpPr>
      <dsp:spPr>
        <a:xfrm>
          <a:off x="976998" y="1881738"/>
          <a:ext cx="91440" cy="5932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3219"/>
              </a:lnTo>
            </a:path>
          </a:pathLst>
        </a:custGeom>
        <a:noFill/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EB9FD2-8ADD-4136-BEB7-0FBE220803A0}">
      <dsp:nvSpPr>
        <dsp:cNvPr id="0" name=""/>
        <dsp:cNvSpPr/>
      </dsp:nvSpPr>
      <dsp:spPr>
        <a:xfrm>
          <a:off x="2856" y="586513"/>
          <a:ext cx="2039723" cy="1295224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E1B319C-4EAA-4386-9A77-8EC5C243E034}">
      <dsp:nvSpPr>
        <dsp:cNvPr id="0" name=""/>
        <dsp:cNvSpPr/>
      </dsp:nvSpPr>
      <dsp:spPr>
        <a:xfrm>
          <a:off x="229492" y="801817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GitHub</a:t>
          </a:r>
          <a:endParaRPr lang="en-US" sz="1600" kern="1200"/>
        </a:p>
      </dsp:txBody>
      <dsp:txXfrm>
        <a:off x="267428" y="839753"/>
        <a:ext cx="1963851" cy="1219352"/>
      </dsp:txXfrm>
    </dsp:sp>
    <dsp:sp modelId="{6D006C79-0573-4F37-8095-29B841843180}">
      <dsp:nvSpPr>
        <dsp:cNvPr id="0" name=""/>
        <dsp:cNvSpPr/>
      </dsp:nvSpPr>
      <dsp:spPr>
        <a:xfrm>
          <a:off x="2856" y="2474957"/>
          <a:ext cx="2039723" cy="1295224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9DA1807-BB14-44A2-BFB0-AED654A88E58}">
      <dsp:nvSpPr>
        <dsp:cNvPr id="0" name=""/>
        <dsp:cNvSpPr/>
      </dsp:nvSpPr>
      <dsp:spPr>
        <a:xfrm>
          <a:off x="229492" y="2690261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A kódok megosztására</a:t>
          </a:r>
          <a:endParaRPr lang="en-US" sz="1600" kern="1200"/>
        </a:p>
      </dsp:txBody>
      <dsp:txXfrm>
        <a:off x="267428" y="2728197"/>
        <a:ext cx="1963851" cy="1219352"/>
      </dsp:txXfrm>
    </dsp:sp>
    <dsp:sp modelId="{7F4C3AA1-37FC-45D8-890B-C7F2985E9C69}">
      <dsp:nvSpPr>
        <dsp:cNvPr id="0" name=""/>
        <dsp:cNvSpPr/>
      </dsp:nvSpPr>
      <dsp:spPr>
        <a:xfrm>
          <a:off x="2495852" y="586513"/>
          <a:ext cx="2039723" cy="1295224"/>
        </a:xfrm>
        <a:prstGeom prst="roundRect">
          <a:avLst>
            <a:gd name="adj" fmla="val 10000"/>
          </a:avLst>
        </a:prstGeom>
        <a:solidFill>
          <a:schemeClr val="accent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59C510-7140-4CE2-B47D-8557BF16D526}">
      <dsp:nvSpPr>
        <dsp:cNvPr id="0" name=""/>
        <dsp:cNvSpPr/>
      </dsp:nvSpPr>
      <dsp:spPr>
        <a:xfrm>
          <a:off x="2722488" y="801817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XAMPP</a:t>
          </a:r>
          <a:endParaRPr lang="en-US" sz="1600" kern="1200"/>
        </a:p>
      </dsp:txBody>
      <dsp:txXfrm>
        <a:off x="2760424" y="839753"/>
        <a:ext cx="1963851" cy="1219352"/>
      </dsp:txXfrm>
    </dsp:sp>
    <dsp:sp modelId="{EEBCB3E0-7255-4749-A4CC-3937A8A419F3}">
      <dsp:nvSpPr>
        <dsp:cNvPr id="0" name=""/>
        <dsp:cNvSpPr/>
      </dsp:nvSpPr>
      <dsp:spPr>
        <a:xfrm>
          <a:off x="2495852" y="2474957"/>
          <a:ext cx="2039723" cy="12952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652E33-1764-4EA8-A8E6-ADDA7AACC250}">
      <dsp:nvSpPr>
        <dsp:cNvPr id="0" name=""/>
        <dsp:cNvSpPr/>
      </dsp:nvSpPr>
      <dsp:spPr>
        <a:xfrm>
          <a:off x="2722488" y="2690261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Adatbázis kapcsolat</a:t>
          </a:r>
          <a:endParaRPr lang="en-US" sz="1600" kern="1200"/>
        </a:p>
      </dsp:txBody>
      <dsp:txXfrm>
        <a:off x="2760424" y="2728197"/>
        <a:ext cx="1963851" cy="1219352"/>
      </dsp:txXfrm>
    </dsp:sp>
    <dsp:sp modelId="{BD51315A-5699-40D5-8B0E-771893E206A7}">
      <dsp:nvSpPr>
        <dsp:cNvPr id="0" name=""/>
        <dsp:cNvSpPr/>
      </dsp:nvSpPr>
      <dsp:spPr>
        <a:xfrm>
          <a:off x="4988847" y="586513"/>
          <a:ext cx="2039723" cy="1295224"/>
        </a:xfrm>
        <a:prstGeom prst="roundRect">
          <a:avLst>
            <a:gd name="adj" fmla="val 10000"/>
          </a:avLst>
        </a:prstGeom>
        <a:solidFill>
          <a:schemeClr val="accent3"/>
        </a:solidFill>
        <a:ln w="17145" cap="flat" cmpd="sng" algn="ctr">
          <a:solidFill>
            <a:schemeClr val="accent3"/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F1BBA9-30AE-4537-BAF4-509CEB5BDC4D}">
      <dsp:nvSpPr>
        <dsp:cNvPr id="0" name=""/>
        <dsp:cNvSpPr/>
      </dsp:nvSpPr>
      <dsp:spPr>
        <a:xfrm>
          <a:off x="5215483" y="801817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Visual Studio Code</a:t>
          </a:r>
          <a:endParaRPr lang="en-US" sz="1600" kern="1200"/>
        </a:p>
      </dsp:txBody>
      <dsp:txXfrm>
        <a:off x="5253419" y="839753"/>
        <a:ext cx="1963851" cy="1219352"/>
      </dsp:txXfrm>
    </dsp:sp>
    <dsp:sp modelId="{FF9438FA-0F88-482C-847A-F273B0A99DDB}">
      <dsp:nvSpPr>
        <dsp:cNvPr id="0" name=""/>
        <dsp:cNvSpPr/>
      </dsp:nvSpPr>
      <dsp:spPr>
        <a:xfrm>
          <a:off x="4988847" y="2474957"/>
          <a:ext cx="2039723" cy="1295224"/>
        </a:xfrm>
        <a:prstGeom prst="roundRect">
          <a:avLst>
            <a:gd name="adj" fmla="val 10000"/>
          </a:avLst>
        </a:prstGeom>
        <a:solidFill>
          <a:schemeClr val="accent3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B109B2-0A7E-4F7F-B0B2-273AF113A017}">
      <dsp:nvSpPr>
        <dsp:cNvPr id="0" name=""/>
        <dsp:cNvSpPr/>
      </dsp:nvSpPr>
      <dsp:spPr>
        <a:xfrm>
          <a:off x="5215483" y="2690261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Kódszerkesztéséhez</a:t>
          </a:r>
          <a:endParaRPr lang="en-US" sz="1600" kern="1200"/>
        </a:p>
      </dsp:txBody>
      <dsp:txXfrm>
        <a:off x="5253419" y="2728197"/>
        <a:ext cx="1963851" cy="1219352"/>
      </dsp:txXfrm>
    </dsp:sp>
    <dsp:sp modelId="{4F8D3F27-93A4-4B69-80D7-74E5C849808A}">
      <dsp:nvSpPr>
        <dsp:cNvPr id="0" name=""/>
        <dsp:cNvSpPr/>
      </dsp:nvSpPr>
      <dsp:spPr>
        <a:xfrm>
          <a:off x="7481843" y="586513"/>
          <a:ext cx="2039723" cy="1295224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34A252-6669-43EE-A613-E22AF9CAAD53}">
      <dsp:nvSpPr>
        <dsp:cNvPr id="0" name=""/>
        <dsp:cNvSpPr/>
      </dsp:nvSpPr>
      <dsp:spPr>
        <a:xfrm>
          <a:off x="7708479" y="801817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Trello</a:t>
          </a:r>
          <a:endParaRPr lang="en-US" sz="1600" kern="1200"/>
        </a:p>
      </dsp:txBody>
      <dsp:txXfrm>
        <a:off x="7746415" y="839753"/>
        <a:ext cx="1963851" cy="1219352"/>
      </dsp:txXfrm>
    </dsp:sp>
    <dsp:sp modelId="{3DF83307-3DE5-4D81-A36D-B3AE395F9605}">
      <dsp:nvSpPr>
        <dsp:cNvPr id="0" name=""/>
        <dsp:cNvSpPr/>
      </dsp:nvSpPr>
      <dsp:spPr>
        <a:xfrm>
          <a:off x="7481843" y="2474957"/>
          <a:ext cx="2039723" cy="1295224"/>
        </a:xfrm>
        <a:prstGeom prst="roundRect">
          <a:avLst>
            <a:gd name="adj" fmla="val 10000"/>
          </a:avLst>
        </a:prstGeom>
        <a:solidFill>
          <a:schemeClr val="accent1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BF09C8-8A33-46C8-9748-E8D7B66F77F3}">
      <dsp:nvSpPr>
        <dsp:cNvPr id="0" name=""/>
        <dsp:cNvSpPr/>
      </dsp:nvSpPr>
      <dsp:spPr>
        <a:xfrm>
          <a:off x="7708479" y="2690261"/>
          <a:ext cx="2039723" cy="1295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A feladatok nyomon követese</a:t>
          </a:r>
          <a:endParaRPr lang="en-US" sz="1600" kern="1200"/>
        </a:p>
      </dsp:txBody>
      <dsp:txXfrm>
        <a:off x="7746415" y="2728197"/>
        <a:ext cx="1963851" cy="1219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0A489-2B5D-4E77-BB44-3C391A319B3F}">
      <dsp:nvSpPr>
        <dsp:cNvPr id="0" name=""/>
        <dsp:cNvSpPr/>
      </dsp:nvSpPr>
      <dsp:spPr>
        <a:xfrm>
          <a:off x="0" y="76589"/>
          <a:ext cx="609441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solidFill>
                <a:schemeClr val="tx1"/>
              </a:solidFill>
            </a:rPr>
            <a:t>Felhasználói hitelesítés: Regisztráció és bejelentkezés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117369"/>
        <a:ext cx="6012853" cy="753819"/>
      </dsp:txXfrm>
    </dsp:sp>
    <dsp:sp modelId="{621ECE69-19E4-4877-9F9E-63FBB7EC3411}">
      <dsp:nvSpPr>
        <dsp:cNvPr id="0" name=""/>
        <dsp:cNvSpPr/>
      </dsp:nvSpPr>
      <dsp:spPr>
        <a:xfrm>
          <a:off x="0" y="972449"/>
          <a:ext cx="6094413" cy="835379"/>
        </a:xfrm>
        <a:prstGeom prst="roundRect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solidFill>
                <a:schemeClr val="tx1"/>
              </a:solidFill>
            </a:rPr>
            <a:t>Receptek kedvelése és bejelentkezés után recept létrehozás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1013229"/>
        <a:ext cx="6012853" cy="753819"/>
      </dsp:txXfrm>
    </dsp:sp>
    <dsp:sp modelId="{185871AF-1672-459A-A964-12FEFC4664A4}">
      <dsp:nvSpPr>
        <dsp:cNvPr id="0" name=""/>
        <dsp:cNvSpPr/>
      </dsp:nvSpPr>
      <dsp:spPr>
        <a:xfrm>
          <a:off x="0" y="1868309"/>
          <a:ext cx="6094413" cy="835379"/>
        </a:xfrm>
        <a:prstGeom prst="roundRect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solidFill>
                <a:schemeClr val="tx1"/>
              </a:solidFill>
            </a:rPr>
            <a:t>Kérdőív használata ha nincsen ötlet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1909089"/>
        <a:ext cx="6012853" cy="753819"/>
      </dsp:txXfrm>
    </dsp:sp>
    <dsp:sp modelId="{431178B2-FFAD-40E9-9516-3A07215C8CF1}">
      <dsp:nvSpPr>
        <dsp:cNvPr id="0" name=""/>
        <dsp:cNvSpPr/>
      </dsp:nvSpPr>
      <dsp:spPr>
        <a:xfrm>
          <a:off x="0" y="2764170"/>
          <a:ext cx="6094413" cy="835379"/>
        </a:xfrm>
        <a:prstGeom prst="roundRect">
          <a:avLst/>
        </a:prstGeom>
        <a:solidFill>
          <a:schemeClr val="accent1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solidFill>
                <a:schemeClr val="tx1"/>
              </a:solidFill>
            </a:rPr>
            <a:t>Saját adatbázis használata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2804950"/>
        <a:ext cx="6012853" cy="753819"/>
      </dsp:txXfrm>
    </dsp:sp>
    <dsp:sp modelId="{F84BE909-DC4E-4C1C-8EED-A87601A70750}">
      <dsp:nvSpPr>
        <dsp:cNvPr id="0" name=""/>
        <dsp:cNvSpPr/>
      </dsp:nvSpPr>
      <dsp:spPr>
        <a:xfrm>
          <a:off x="0" y="3660030"/>
          <a:ext cx="6094413" cy="835379"/>
        </a:xfrm>
        <a:prstGeom prst="roundRect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solidFill>
                <a:schemeClr val="tx1"/>
              </a:solidFill>
            </a:rPr>
            <a:t>Konyhám része hogy mi van a hűtődbe és alapanyagok alapján szűrés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3700810"/>
        <a:ext cx="6012853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466D193-A6CE-48EB-86E9-00A4F0363491}" type="datetime1">
              <a:rPr lang="hu-HU" smtClean="0"/>
              <a:t>2026. 05. 31.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E322BB-75AD-4A1E-9661-2724167329F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6CD5F-BA85-47DB-8ADA-995162704EA8}" type="datetime1">
              <a:rPr lang="hu-HU" smtClean="0"/>
              <a:pPr/>
              <a:t>2026. 05. 31.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45B7DE-1198-4F2F-B574-CA8CAE341642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err="1"/>
              <a:t>Welcome</a:t>
            </a:r>
            <a:r>
              <a:rPr lang="hu-HU"/>
              <a:t> </a:t>
            </a:r>
            <a:r>
              <a:rPr lang="hu-HU" err="1"/>
              <a:t>everyone</a:t>
            </a:r>
            <a:r>
              <a:rPr lang="hu-HU"/>
              <a:t>. </a:t>
            </a:r>
            <a:r>
              <a:rPr lang="hu-HU" err="1"/>
              <a:t>We</a:t>
            </a:r>
            <a:r>
              <a:rPr lang="hu-HU"/>
              <a:t> </a:t>
            </a:r>
            <a:r>
              <a:rPr lang="hu-HU" err="1"/>
              <a:t>are</a:t>
            </a:r>
            <a:r>
              <a:rPr lang="hu-HU"/>
              <a:t> starting </a:t>
            </a:r>
            <a:r>
              <a:rPr lang="hu-HU" err="1"/>
              <a:t>our</a:t>
            </a:r>
            <a:r>
              <a:rPr lang="hu-HU"/>
              <a:t> </a:t>
            </a:r>
            <a:r>
              <a:rPr lang="hu-HU" err="1"/>
              <a:t>presentation</a:t>
            </a:r>
            <a:r>
              <a:rPr lang="hu-HU"/>
              <a:t> </a:t>
            </a:r>
            <a:r>
              <a:rPr lang="hu-HU" err="1"/>
              <a:t>this</a:t>
            </a:r>
            <a:r>
              <a:rPr lang="hu-HU"/>
              <a:t> </a:t>
            </a:r>
            <a:r>
              <a:rPr lang="hu-HU" err="1"/>
              <a:t>morning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introduce</a:t>
            </a:r>
            <a:r>
              <a:rPr lang="hu-HU"/>
              <a:t> </a:t>
            </a:r>
            <a:r>
              <a:rPr lang="hu-HU" err="1"/>
              <a:t>our</a:t>
            </a:r>
            <a:r>
              <a:rPr lang="hu-HU"/>
              <a:t> website, 'Mit főzzek ma?'. </a:t>
            </a:r>
            <a:r>
              <a:rPr lang="hu-HU" err="1"/>
              <a:t>Joining</a:t>
            </a:r>
            <a:r>
              <a:rPr lang="hu-HU"/>
              <a:t> </a:t>
            </a:r>
            <a:r>
              <a:rPr lang="hu-HU" err="1"/>
              <a:t>me</a:t>
            </a:r>
            <a:r>
              <a:rPr lang="hu-HU"/>
              <a:t> today </a:t>
            </a:r>
            <a:r>
              <a:rPr lang="hu-HU" err="1"/>
              <a:t>are</a:t>
            </a:r>
            <a:r>
              <a:rPr lang="hu-HU"/>
              <a:t> </a:t>
            </a:r>
            <a:r>
              <a:rPr lang="hu-HU" err="1"/>
              <a:t>my</a:t>
            </a:r>
            <a:r>
              <a:rPr lang="hu-HU"/>
              <a:t> </a:t>
            </a:r>
            <a:r>
              <a:rPr lang="hu-HU" err="1"/>
              <a:t>teammates</a:t>
            </a:r>
            <a:r>
              <a:rPr lang="hu-HU"/>
              <a:t>, Lili Margittay and Brigitta Szabó.</a:t>
            </a:r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161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On </a:t>
            </a:r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slide</a:t>
            </a:r>
            <a:r>
              <a:rPr lang="hu-HU" dirty="0"/>
              <a:t>,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see</a:t>
            </a:r>
            <a:r>
              <a:rPr lang="hu-HU" dirty="0"/>
              <a:t> </a:t>
            </a:r>
            <a:r>
              <a:rPr lang="hu-HU" dirty="0" err="1"/>
              <a:t>our</a:t>
            </a:r>
            <a:r>
              <a:rPr lang="hu-HU" dirty="0"/>
              <a:t> main project </a:t>
            </a:r>
            <a:r>
              <a:rPr lang="hu-HU" dirty="0" err="1"/>
              <a:t>goals</a:t>
            </a:r>
            <a:r>
              <a:rPr lang="hu-HU" dirty="0"/>
              <a:t>.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primary</a:t>
            </a:r>
            <a:r>
              <a:rPr lang="hu-HU" dirty="0"/>
              <a:t> </a:t>
            </a:r>
            <a:r>
              <a:rPr lang="hu-HU" dirty="0" err="1"/>
              <a:t>focus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create</a:t>
            </a:r>
            <a:r>
              <a:rPr lang="hu-HU" dirty="0"/>
              <a:t> a </a:t>
            </a:r>
            <a:r>
              <a:rPr lang="hu-HU" b="1" dirty="0"/>
              <a:t>recipe </a:t>
            </a:r>
            <a:r>
              <a:rPr lang="hu-HU" b="1" dirty="0" err="1"/>
              <a:t>collection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makes</a:t>
            </a:r>
            <a:r>
              <a:rPr lang="hu-HU" dirty="0"/>
              <a:t> </a:t>
            </a:r>
            <a:r>
              <a:rPr lang="hu-HU" dirty="0" err="1"/>
              <a:t>everyday</a:t>
            </a:r>
            <a:r>
              <a:rPr lang="hu-HU" dirty="0"/>
              <a:t> </a:t>
            </a:r>
            <a:r>
              <a:rPr lang="hu-HU" dirty="0" err="1"/>
              <a:t>cooking</a:t>
            </a:r>
            <a:r>
              <a:rPr lang="hu-HU" dirty="0"/>
              <a:t> </a:t>
            </a:r>
            <a:r>
              <a:rPr lang="hu-HU" b="1" dirty="0" err="1"/>
              <a:t>easier</a:t>
            </a:r>
            <a:r>
              <a:rPr lang="hu-HU" b="1" dirty="0"/>
              <a:t> </a:t>
            </a:r>
            <a:r>
              <a:rPr lang="hu-HU" dirty="0"/>
              <a:t>.</a:t>
            </a:r>
            <a:endParaRPr lang="en-US" dirty="0"/>
          </a:p>
          <a:p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didn't</a:t>
            </a:r>
            <a:r>
              <a:rPr lang="hu-HU" dirty="0"/>
              <a:t> </a:t>
            </a:r>
            <a:r>
              <a:rPr lang="hu-HU" dirty="0" err="1"/>
              <a:t>want</a:t>
            </a:r>
            <a:r>
              <a:rPr lang="hu-HU" dirty="0"/>
              <a:t> </a:t>
            </a:r>
            <a:r>
              <a:rPr lang="hu-HU" dirty="0" err="1"/>
              <a:t>just</a:t>
            </a:r>
            <a:r>
              <a:rPr lang="hu-HU" dirty="0"/>
              <a:t> a </a:t>
            </a:r>
            <a:r>
              <a:rPr lang="hu-HU" dirty="0" err="1"/>
              <a:t>static</a:t>
            </a:r>
            <a:r>
              <a:rPr lang="hu-HU" dirty="0"/>
              <a:t> website, </a:t>
            </a:r>
            <a:r>
              <a:rPr lang="hu-HU" dirty="0" err="1"/>
              <a:t>so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users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b="1" dirty="0" err="1"/>
              <a:t>upload</a:t>
            </a:r>
            <a:r>
              <a:rPr lang="hu-HU" b="1" dirty="0"/>
              <a:t> and </a:t>
            </a:r>
            <a:r>
              <a:rPr lang="hu-HU" b="1" dirty="0" err="1"/>
              <a:t>share</a:t>
            </a:r>
            <a:r>
              <a:rPr lang="hu-HU" dirty="0"/>
              <a:t>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own</a:t>
            </a:r>
            <a:r>
              <a:rPr lang="hu-HU" dirty="0"/>
              <a:t> </a:t>
            </a:r>
            <a:r>
              <a:rPr lang="hu-HU" dirty="0" err="1"/>
              <a:t>recipes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community</a:t>
            </a:r>
            <a:r>
              <a:rPr lang="hu-HU" dirty="0"/>
              <a:t>. </a:t>
            </a:r>
          </a:p>
          <a:p>
            <a:r>
              <a:rPr lang="hu-HU" dirty="0" err="1"/>
              <a:t>When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users</a:t>
            </a:r>
            <a:r>
              <a:rPr lang="hu-HU" dirty="0"/>
              <a:t> </a:t>
            </a:r>
            <a:r>
              <a:rPr lang="hu-HU" dirty="0" err="1"/>
              <a:t>logged</a:t>
            </a:r>
            <a:r>
              <a:rPr lang="hu-HU" dirty="0"/>
              <a:t> in </a:t>
            </a:r>
            <a:r>
              <a:rPr lang="hu-HU" dirty="0" err="1"/>
              <a:t>they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saving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favorite</a:t>
            </a:r>
            <a:r>
              <a:rPr lang="hu-HU" dirty="0"/>
              <a:t> </a:t>
            </a:r>
            <a:r>
              <a:rPr lang="hu-HU" dirty="0" err="1"/>
              <a:t>recipes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later</a:t>
            </a:r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225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–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hu-H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created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page and subpages and managed the functions and collected the recipe images, developed the design, and then handled the errors.</a:t>
            </a:r>
            <a:endParaRPr lang="hu-H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  <a:endParaRPr lang="hu-HU" sz="16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frontend.</a:t>
            </a:r>
          </a:p>
          <a:p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frontend.</a:t>
            </a:r>
          </a:p>
          <a:p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login part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6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hu-HU" sz="1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0"/>
            <a:r>
              <a:rPr lang="hu-HU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rtl="0"/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 worked on the technical background. I built the database, managed the image uploads, and connected the data to the server.</a:t>
            </a:r>
            <a:endParaRPr lang="hu-HU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763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4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22326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391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958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2723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Ez egy MySQL relációs adatbázis-terv, amely a felhasználó-központú logikára épül, 1:N kapcsolatokkal fűzve össze a recepteket, a felhasználói naplót és a személyre szabott funkciókat.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10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008254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diagram a MySQL adatbázisunk tényleges szerkezetét ábrázolja, ahol az idegen kulcsok (Foreign Keys) biztosítják az összefüggést a felhasználók adatai és a hozzájuk tartozó funkciók, például a receptek és a naplóbejegyzések között.</a:t>
            </a:r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4067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kód egy Node.js alapú, aszinkron funkciót mutat be, amely automatikusan létrehozza a felhasználói táblát, ha az még nem létezik az adatbázisban.</a:t>
            </a:r>
          </a:p>
          <a:p>
            <a:r>
              <a:rPr lang="hu-HU" dirty="0"/>
              <a:t> </a:t>
            </a:r>
          </a:p>
          <a:p>
            <a:r>
              <a:rPr lang="hu-HU" dirty="0"/>
              <a:t>A struktúra az adatintegritást és a biztonságot szem előtt tartva egyedi kényszereket (e-mail, név), </a:t>
            </a:r>
            <a:r>
              <a:rPr lang="hu-HU" dirty="0" err="1"/>
              <a:t>hash-elt</a:t>
            </a:r>
            <a:r>
              <a:rPr lang="hu-HU" dirty="0"/>
              <a:t> jelszótárolást, kötött szerepköröket és automatikus időbélyegeket használ a pontos adatkezelés érdekében.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12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99595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 backend szerver működésének alapjai láthatók. A projektben egy Node.js és Express alapú szervert készítettem, ami összeköti a frontendet az adatbázissal. Itt történik az API-kérések kezelése, az adatok fogadása és visszaküldése, valamint az egyes oldalak és funkciók kiszolgálása. A szerver oldalon állítottam be az adatbázis kapcsolatot is, ezért ez a rész felel azért, hogy az alkalmazás megfelelően tudjon kommunikálni a tárolt adatokkal.</a:t>
            </a:r>
          </a:p>
          <a:p>
            <a:endParaRPr lang="hu-HU" dirty="0"/>
          </a:p>
          <a:p>
            <a:r>
              <a:rPr lang="hu-HU" b="1" dirty="0"/>
              <a:t>Backend? </a:t>
            </a:r>
            <a:r>
              <a:rPr lang="hu-HU" dirty="0"/>
              <a:t>→ A háttérben fut, adatokat kezel és összeköti a frontendet az adatbázissal.</a:t>
            </a:r>
          </a:p>
          <a:p>
            <a:r>
              <a:rPr lang="hu-HU" dirty="0"/>
              <a:t> </a:t>
            </a:r>
            <a:r>
              <a:rPr lang="hu-HU" b="1" dirty="0"/>
              <a:t>API? </a:t>
            </a:r>
            <a:r>
              <a:rPr lang="hu-HU" dirty="0"/>
              <a:t>→ Kommunikáció a frontend és backend között. </a:t>
            </a:r>
          </a:p>
          <a:p>
            <a:r>
              <a:rPr lang="hu-HU" b="1" dirty="0" err="1"/>
              <a:t>Endpoint</a:t>
            </a:r>
            <a:r>
              <a:rPr lang="hu-HU" b="1" dirty="0"/>
              <a:t>? </a:t>
            </a:r>
            <a:r>
              <a:rPr lang="hu-HU" dirty="0"/>
              <a:t>→ Egy URL, pl. 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hu-H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/recipes</a:t>
            </a:r>
            <a:r>
              <a:rPr lang="hu-HU" dirty="0"/>
              <a:t>. </a:t>
            </a:r>
          </a:p>
          <a:p>
            <a:r>
              <a:rPr lang="hu-HU" b="1" dirty="0" err="1"/>
              <a:t>Request</a:t>
            </a:r>
            <a:r>
              <a:rPr lang="hu-HU" b="1" dirty="0"/>
              <a:t>–</a:t>
            </a:r>
            <a:r>
              <a:rPr lang="hu-HU" b="1" dirty="0" err="1"/>
              <a:t>response</a:t>
            </a:r>
            <a:r>
              <a:rPr lang="hu-HU" b="1" dirty="0"/>
              <a:t>? </a:t>
            </a:r>
            <a:r>
              <a:rPr lang="hu-HU" dirty="0"/>
              <a:t>→ Kérés → backend feldolgozza → válasz. </a:t>
            </a:r>
          </a:p>
          <a:p>
            <a:r>
              <a:rPr lang="hu-HU" b="1" dirty="0"/>
              <a:t>Node.js / Express? </a:t>
            </a:r>
            <a:r>
              <a:rPr lang="hu-HU" dirty="0"/>
              <a:t>→ Szerver futtatása + API kezelés. </a:t>
            </a:r>
          </a:p>
          <a:p>
            <a:r>
              <a:rPr lang="hu-HU" b="1" dirty="0"/>
              <a:t>Adatbázis? </a:t>
            </a:r>
            <a:r>
              <a:rPr lang="hu-HU" dirty="0"/>
              <a:t>→ Adatok tárolása (pl. felhasználók, receptek). </a:t>
            </a:r>
          </a:p>
          <a:p>
            <a:r>
              <a:rPr lang="hu-HU" b="1" dirty="0" err="1"/>
              <a:t>Hash</a:t>
            </a:r>
            <a:r>
              <a:rPr lang="hu-HU" b="1" dirty="0"/>
              <a:t>? </a:t>
            </a:r>
            <a:r>
              <a:rPr lang="hu-HU" dirty="0"/>
              <a:t>→ Biztonságos jelszó tárolás. </a:t>
            </a:r>
          </a:p>
          <a:p>
            <a:r>
              <a:rPr lang="hu-HU" b="1" dirty="0" err="1"/>
              <a:t>Token</a:t>
            </a:r>
            <a:r>
              <a:rPr lang="hu-HU" b="1" dirty="0"/>
              <a:t>? </a:t>
            </a:r>
            <a:r>
              <a:rPr lang="hu-HU" dirty="0"/>
              <a:t>→ Bejelentkezett </a:t>
            </a:r>
            <a:r>
              <a:rPr lang="hu-HU" dirty="0" err="1"/>
              <a:t>user</a:t>
            </a:r>
            <a:r>
              <a:rPr lang="hu-HU" dirty="0"/>
              <a:t> azonosítása.</a:t>
            </a:r>
          </a:p>
          <a:p>
            <a:r>
              <a:rPr lang="hu-HU" b="1" dirty="0" err="1"/>
              <a:t>Admin</a:t>
            </a:r>
            <a:r>
              <a:rPr lang="hu-HU" b="1" dirty="0"/>
              <a:t> </a:t>
            </a:r>
            <a:r>
              <a:rPr lang="hu-HU" b="1" dirty="0" err="1"/>
              <a:t>vs</a:t>
            </a:r>
            <a:r>
              <a:rPr lang="hu-HU" b="1" dirty="0"/>
              <a:t> </a:t>
            </a:r>
            <a:r>
              <a:rPr lang="hu-HU" b="1" dirty="0" err="1"/>
              <a:t>user</a:t>
            </a:r>
            <a:r>
              <a:rPr lang="hu-HU" b="1" dirty="0"/>
              <a:t>? </a:t>
            </a:r>
            <a:r>
              <a:rPr lang="hu-HU" dirty="0"/>
              <a:t>→ </a:t>
            </a:r>
            <a:r>
              <a:rPr lang="hu-HU" dirty="0" err="1"/>
              <a:t>Admin</a:t>
            </a:r>
            <a:r>
              <a:rPr lang="hu-HU" dirty="0"/>
              <a:t> több jogosultság. </a:t>
            </a:r>
          </a:p>
          <a:p>
            <a:r>
              <a:rPr lang="hu-HU" b="1" dirty="0"/>
              <a:t>JSON? </a:t>
            </a:r>
            <a:r>
              <a:rPr lang="hu-HU" dirty="0"/>
              <a:t>→ Adatcsere formátum.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13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633915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Itt a felhasználók kezelését látjuk a backendben. Kezeltem az </a:t>
            </a:r>
            <a:r>
              <a:rPr lang="hu-HU" dirty="0" err="1"/>
              <a:t>admin</a:t>
            </a:r>
            <a:r>
              <a:rPr lang="hu-HU" dirty="0"/>
              <a:t> és normál felhasználókat, megvalósítottam a regisztrációt és bejelentkezést. A jelszavakat </a:t>
            </a:r>
            <a:r>
              <a:rPr lang="hu-HU" dirty="0" err="1"/>
              <a:t>hash</a:t>
            </a:r>
            <a:r>
              <a:rPr lang="hu-HU" dirty="0"/>
              <a:t>-elve tároljuk, és </a:t>
            </a:r>
            <a:r>
              <a:rPr lang="hu-HU" dirty="0" err="1"/>
              <a:t>token</a:t>
            </a:r>
            <a:r>
              <a:rPr lang="hu-HU" dirty="0"/>
              <a:t> alapú azonosítást használunk. Emellett a felhasználók kedvenc receptjeit is tudjuk kezelni.</a:t>
            </a:r>
          </a:p>
          <a:p>
            <a:endParaRPr lang="hu-HU" dirty="0"/>
          </a:p>
          <a:p>
            <a:r>
              <a:rPr lang="hu-HU" dirty="0"/>
              <a:t>Itt ezen a </a:t>
            </a:r>
            <a:r>
              <a:rPr lang="hu-HU" dirty="0" err="1"/>
              <a:t>kodban</a:t>
            </a:r>
            <a:r>
              <a:rPr lang="hu-HU" dirty="0"/>
              <a:t> </a:t>
            </a:r>
            <a:r>
              <a:rPr lang="hu-HU" dirty="0" err="1"/>
              <a:t>lathato</a:t>
            </a:r>
            <a:r>
              <a:rPr lang="hu-HU" dirty="0"/>
              <a:t> ahol </a:t>
            </a:r>
            <a:r>
              <a:rPr lang="hu-HU" dirty="0" err="1"/>
              <a:t>megvalositottam</a:t>
            </a:r>
            <a:r>
              <a:rPr lang="hu-HU" dirty="0"/>
              <a:t> az </a:t>
            </a:r>
            <a:r>
              <a:rPr lang="hu-HU" dirty="0" err="1"/>
              <a:t>admin</a:t>
            </a:r>
            <a:r>
              <a:rPr lang="hu-HU" dirty="0"/>
              <a:t> es a </a:t>
            </a:r>
            <a:r>
              <a:rPr lang="hu-HU" dirty="0" err="1"/>
              <a:t>felhasznalo</a:t>
            </a:r>
            <a:r>
              <a:rPr lang="hu-HU" dirty="0"/>
              <a:t> </a:t>
            </a:r>
            <a:r>
              <a:rPr lang="hu-HU" dirty="0" err="1"/>
              <a:t>kezelest</a:t>
            </a:r>
            <a:r>
              <a:rPr lang="hu-HU" dirty="0"/>
              <a:t>, illetve a </a:t>
            </a:r>
            <a:r>
              <a:rPr lang="hu-HU" dirty="0" err="1"/>
              <a:t>regisztracio</a:t>
            </a:r>
            <a:r>
              <a:rPr lang="hu-HU" dirty="0"/>
              <a:t> es </a:t>
            </a:r>
            <a:r>
              <a:rPr lang="hu-HU" dirty="0" err="1"/>
              <a:t>bejelentkezes</a:t>
            </a:r>
            <a:r>
              <a:rPr lang="hu-HU" dirty="0"/>
              <a:t> </a:t>
            </a:r>
            <a:r>
              <a:rPr lang="hu-HU" dirty="0" err="1"/>
              <a:t>funkciokat</a:t>
            </a:r>
            <a:r>
              <a:rPr lang="hu-HU" dirty="0"/>
              <a:t>. </a:t>
            </a:r>
          </a:p>
          <a:p>
            <a:r>
              <a:rPr lang="hu-HU" dirty="0"/>
              <a:t>A jelszavalat haselve taroljuk es </a:t>
            </a:r>
            <a:r>
              <a:rPr lang="hu-HU" dirty="0" err="1"/>
              <a:t>titkositjuk</a:t>
            </a:r>
            <a:r>
              <a:rPr lang="hu-HU" dirty="0"/>
              <a:t>.</a:t>
            </a:r>
          </a:p>
          <a:p>
            <a:r>
              <a:rPr lang="hu-HU" dirty="0"/>
              <a:t>És </a:t>
            </a:r>
            <a:r>
              <a:rPr lang="hu-HU" dirty="0" err="1"/>
              <a:t>emelle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hu-HU" dirty="0" err="1"/>
              <a:t>alapu</a:t>
            </a:r>
            <a:r>
              <a:rPr lang="hu-HU" dirty="0"/>
              <a:t> </a:t>
            </a:r>
            <a:r>
              <a:rPr lang="hu-HU" dirty="0" err="1"/>
              <a:t>azonositassal</a:t>
            </a:r>
            <a:r>
              <a:rPr lang="hu-HU" dirty="0"/>
              <a:t> bizonyosodunk meg a teljes </a:t>
            </a:r>
            <a:r>
              <a:rPr lang="hu-HU" dirty="0" err="1"/>
              <a:t>biztonsagrol</a:t>
            </a:r>
            <a:r>
              <a:rPr lang="hu-HU" dirty="0"/>
              <a:t>. </a:t>
            </a:r>
          </a:p>
          <a:p>
            <a:r>
              <a:rPr lang="hu-HU" dirty="0"/>
              <a:t>Egy </a:t>
            </a:r>
            <a:r>
              <a:rPr lang="hu-HU" dirty="0" err="1"/>
              <a:t>felhasznalonak</a:t>
            </a:r>
            <a:r>
              <a:rPr lang="hu-HU" dirty="0"/>
              <a:t> a tarolt adatai ezeken </a:t>
            </a:r>
            <a:r>
              <a:rPr lang="hu-HU" dirty="0" err="1"/>
              <a:t>kivul</a:t>
            </a:r>
            <a:r>
              <a:rPr lang="hu-HU" dirty="0"/>
              <a:t> </a:t>
            </a:r>
            <a:r>
              <a:rPr lang="hu-HU" dirty="0" err="1"/>
              <a:t>sajat</a:t>
            </a:r>
            <a:r>
              <a:rPr lang="hu-HU" dirty="0"/>
              <a:t> </a:t>
            </a:r>
            <a:r>
              <a:rPr lang="hu-HU" dirty="0" err="1"/>
              <a:t>profilkep</a:t>
            </a:r>
            <a:r>
              <a:rPr lang="hu-HU" dirty="0"/>
              <a:t> illetve kedvelt és feltöltött </a:t>
            </a:r>
            <a:r>
              <a:rPr lang="hu-HU" dirty="0" err="1"/>
              <a:t>recepjeit</a:t>
            </a:r>
            <a:r>
              <a:rPr lang="hu-HU" dirty="0"/>
              <a:t> kezeli</a:t>
            </a:r>
          </a:p>
          <a:p>
            <a:endParaRPr lang="hu-HU" dirty="0"/>
          </a:p>
          <a:p>
            <a:r>
              <a:rPr lang="hu-HU" b="1" dirty="0" err="1"/>
              <a:t>hash</a:t>
            </a:r>
            <a:r>
              <a:rPr lang="hu-HU" b="1" dirty="0"/>
              <a:t> = nem visszafejthető jelszó</a:t>
            </a:r>
            <a:r>
              <a:rPr lang="hu-HU" dirty="0"/>
              <a:t> </a:t>
            </a:r>
            <a:r>
              <a:rPr lang="hu-HU" b="1" dirty="0" err="1"/>
              <a:t>token</a:t>
            </a:r>
            <a:r>
              <a:rPr lang="hu-HU" b="1" dirty="0"/>
              <a:t> = bejelentkezett </a:t>
            </a:r>
            <a:r>
              <a:rPr lang="hu-HU" b="1" dirty="0" err="1"/>
              <a:t>user</a:t>
            </a:r>
            <a:r>
              <a:rPr lang="hu-HU" b="1" dirty="0"/>
              <a:t> azonosítása API hívásoknál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14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621004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45B7DE-1198-4F2F-B574-CA8CAE341642}" type="slidenum">
              <a:rPr lang="hu-HU" noProof="0" smtClean="0"/>
              <a:t>18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32559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négyzetek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Lekerekített téglalap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9" name="Lekerekített téglalap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0" name="Egy oldalon két sarkán kerekített téglalap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 rtlCol="0"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noProof="0"/>
              <a:t>Kattintson ide az alcím mintájának szerkesztéséhez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92B00C-212C-4233-A656-8CE651202BB2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6B91CC-A5A9-4F08-A236-525BCA0B1CCD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négyzetek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Lekerekített téglalap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9" name="Lekerekített téglalap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0" name="Egy oldalon két sarkán kerekített téglalap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</p:grpSp>
      <p:grpSp>
        <p:nvGrpSpPr>
          <p:cNvPr id="19" name="alsó ábra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Szabadkézi sokszög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21" name="Téglalap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hu-HU" noProof="0"/>
            </a:p>
          </p:txBody>
        </p:sp>
      </p:grp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rtlCol="0" anchor="b">
            <a:normAutofit/>
          </a:bodyPr>
          <a:lstStyle>
            <a:lvl1pPr algn="l">
              <a:defRPr sz="6000" b="0" cap="none" baseline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27C5E9-A92F-4D25-A921-553563CFEC6B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AF1EBB-B476-45BB-B17F-C1F8DB9FC683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rtlCol="0"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rtlCol="0"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14A611-BD78-4ECE-AA80-4A3AFB0B10ED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B1F661-77C2-4A7D-82B4-9A38B2B8CDBC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lsó ábra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Szabadkézi sokszög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0" name="Téglalap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hu-HU" noProof="0"/>
            </a:p>
          </p:txBody>
        </p:sp>
      </p:grp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509D1D-D503-4665-B3C5-C244550FCD5D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 rtlCol="0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08A82E-BCF7-464D-9690-78112E239811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Kép helyőrzője 2" descr="Üres helyőrző kép hozzáadásához. Kattintson a helyőrzőre, és jelölje ki a hozzáadni kívánt képet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 rtlCol="0"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hu-HU" noProof="0"/>
              <a:t>Kép beszúrásához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A2854A-E1F3-4744-84B9-A750B917B9BA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D86B4B-C52A-4F72-8EDD-BE39A61C2220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négyzetek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Lekerekített téglalap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9" name="Lekerekített téglalap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0" name="Egy oldalon két sarkán kerekített téglalap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</p:grpSp>
      <p:grpSp>
        <p:nvGrpSpPr>
          <p:cNvPr id="15" name="alsó ábra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Szabadkézi sokszög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7" name="Téglalap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hu-HU" noProof="0"/>
            </a:p>
          </p:txBody>
        </p:sp>
      </p:grpSp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E608-AFDB-4592-BBF7-845B26EF7A40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lsó ábra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Szabadkézi sokszög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8" name="Téglalap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hu-HU" noProof="0"/>
            </a:p>
          </p:txBody>
        </p:sp>
      </p:grpSp>
      <p:grpSp>
        <p:nvGrpSpPr>
          <p:cNvPr id="7" name="négyzetek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Lekerekített téglalap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9" name="Lekerekített téglalap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  <p:sp>
          <p:nvSpPr>
            <p:cNvPr id="10" name="Egy oldalon két sarkán kerekített téglalap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/>
            </a:p>
          </p:txBody>
        </p:sp>
      </p:grp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Élőláb beszúrása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B0192C65-6B5A-4CC3-84CF-1327A0D03392}" type="datetime1">
              <a:rPr lang="hu-HU" noProof="0" smtClean="0"/>
              <a:t>2026. 05. 31.</a:t>
            </a:fld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34C99D79-8A4B-4031-B1E0-AF26F8EDF2BC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917948" y="260648"/>
            <a:ext cx="9141619" cy="1676400"/>
          </a:xfrm>
        </p:spPr>
        <p:txBody>
          <a:bodyPr rtlCol="0"/>
          <a:lstStyle/>
          <a:p>
            <a:pPr rtl="0"/>
            <a:r>
              <a:rPr lang="hu-HU" sz="4500"/>
              <a:t>What should I cook today?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4A3E642-CD84-5F62-EAA0-F9C7A67A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4854" y="35801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rtlCol="0" anchor="b">
            <a:normAutofit/>
          </a:bodyPr>
          <a:lstStyle/>
          <a:p>
            <a:r>
              <a:rPr lang="hu-HU">
                <a:ea typeface="+mj-lt"/>
                <a:cs typeface="+mj-lt"/>
              </a:rPr>
              <a:t>Project Goals</a:t>
            </a:r>
            <a:endParaRPr lang="en-US">
              <a:ea typeface="+mj-lt"/>
              <a:cs typeface="+mj-lt"/>
            </a:endParaRPr>
          </a:p>
        </p:txBody>
      </p:sp>
      <p:graphicFrame>
        <p:nvGraphicFramePr>
          <p:cNvPr id="14" name="Tartalom helye 5">
            <a:extLst>
              <a:ext uri="{FF2B5EF4-FFF2-40B4-BE49-F238E27FC236}">
                <a16:creationId xmlns:a16="http://schemas.microsoft.com/office/drawing/2014/main" id="{A145EF98-701F-F8F2-1552-8E68C5844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226584"/>
              </p:ext>
            </p:extLst>
          </p:nvPr>
        </p:nvGraphicFramePr>
        <p:xfrm>
          <a:off x="1269876" y="1556792"/>
          <a:ext cx="975106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967D8C01-D9EF-59D3-E89C-26EE5243B5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3004" y="44624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rtlCol="0" anchor="b">
            <a:normAutofit/>
          </a:bodyPr>
          <a:lstStyle/>
          <a:p>
            <a:pPr rtl="0"/>
            <a:r>
              <a:rPr lang="hu-HU" err="1"/>
              <a:t>Everyone's</a:t>
            </a:r>
            <a:r>
              <a:rPr lang="hu-HU"/>
              <a:t> </a:t>
            </a:r>
            <a:r>
              <a:rPr lang="hu-HU" err="1"/>
              <a:t>responsibility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rtl="0"/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–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hu-H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created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page and subpages and managed the functions and collected the recipe images, developed the design, and then handled the errors.</a:t>
            </a:r>
            <a:endParaRPr lang="hu-H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r>
              <a:rPr lang="en-US" sz="15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made the backend, where I implemented the server, handled the connection to the database, managed user validation, and made sure that the frontend can retrieve, save, and delete recipes. </a:t>
            </a:r>
            <a:endParaRPr lang="hu-HU" sz="15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hu-HU" sz="2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hu-HU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rtl="0"/>
            <a:r>
              <a:rPr lang="en-US" sz="1500" dirty="0">
                <a:solidFill>
                  <a:schemeClr val="accent2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 worked on the technical background. I built the database, managed the image uploads, and connected the data to the server.</a:t>
            </a:r>
            <a:endParaRPr lang="hu-HU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rtalom helye 4" descr="Ciklikus csillagdiagram, amely 3 feladat csoporthoz való kapcsolatát mutatja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59087"/>
              </p:ext>
            </p:extLst>
          </p:nvPr>
        </p:nvGraphicFramePr>
        <p:xfrm>
          <a:off x="5806380" y="1052736"/>
          <a:ext cx="6094413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Kép 5">
            <a:extLst>
              <a:ext uri="{FF2B5EF4-FFF2-40B4-BE49-F238E27FC236}">
                <a16:creationId xmlns:a16="http://schemas.microsoft.com/office/drawing/2014/main" id="{64199540-685B-C669-096C-5F0078EC7E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90646" y="80339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4BEA31-40BF-0511-E7DC-9BE67B13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019" y="674131"/>
            <a:ext cx="6186942" cy="819320"/>
          </a:xfrm>
        </p:spPr>
        <p:txBody>
          <a:bodyPr/>
          <a:lstStyle/>
          <a:p>
            <a:r>
              <a:rPr lang="hu-HU" dirty="0"/>
              <a:t>Mitől más a mi weboldalunk ?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BEA5F2C-BE1F-D8FD-7C04-1F0663C62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56" y="1146416"/>
            <a:ext cx="4248472" cy="5367581"/>
          </a:xfrm>
          <a:prstGeom prst="rect">
            <a:avLst/>
          </a:prstGeom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C3F6D14-82C7-F09C-AD90-E8EB2B10F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876" y="2132856"/>
            <a:ext cx="5301354" cy="4381141"/>
          </a:xfrm>
          <a:prstGeom prst="rect">
            <a:avLst/>
          </a:prstGeom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60830D8-D51D-B14F-7AFE-5B98B17EF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4704"/>
            <a:ext cx="1114425" cy="63817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C7D83729-1845-5559-68A7-C85F402D9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9790" y="20943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2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rtlCol="0" anchor="b">
            <a:normAutofit/>
          </a:bodyPr>
          <a:lstStyle/>
          <a:p>
            <a:pPr rtl="0"/>
            <a:r>
              <a:rPr lang="hu-HU"/>
              <a:t>Fejlesztéshez használt programok</a:t>
            </a:r>
          </a:p>
        </p:txBody>
      </p:sp>
      <p:graphicFrame>
        <p:nvGraphicFramePr>
          <p:cNvPr id="8" name="Tartalom helye 2">
            <a:extLst>
              <a:ext uri="{FF2B5EF4-FFF2-40B4-BE49-F238E27FC236}">
                <a16:creationId xmlns:a16="http://schemas.microsoft.com/office/drawing/2014/main" id="{E89CE529-E054-24C8-7F8A-BB9796754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442494"/>
              </p:ext>
            </p:extLst>
          </p:nvPr>
        </p:nvGraphicFramePr>
        <p:xfrm>
          <a:off x="1218883" y="1600200"/>
          <a:ext cx="975106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Kép 9">
            <a:extLst>
              <a:ext uri="{FF2B5EF4-FFF2-40B4-BE49-F238E27FC236}">
                <a16:creationId xmlns:a16="http://schemas.microsoft.com/office/drawing/2014/main" id="{DABFAF68-58F8-D22B-865E-EA3EAA540E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4804" y="2282853"/>
            <a:ext cx="1133954" cy="114614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27F2934-14B2-FBFB-6B89-8E65D7D5BE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4482" y="2380684"/>
            <a:ext cx="955166" cy="95048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6E8608F-8B9C-BE65-F090-B2E09AD334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7673" y="2321305"/>
            <a:ext cx="995943" cy="99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19E83984-A8CD-01CD-255F-BE12C2E193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9340" y="2420888"/>
            <a:ext cx="1134128" cy="812448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5228DB22-9052-46E8-E6C8-802592FCF7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3004" y="44624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D829ED-29DE-4587-9587-60E75E88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anchor="b">
            <a:normAutofit/>
          </a:bodyPr>
          <a:lstStyle/>
          <a:p>
            <a:r>
              <a:rPr lang="hu-HU"/>
              <a:t>Az oldal funkciói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A0942D5-2276-B86C-012D-D16E0A038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681047"/>
              </p:ext>
            </p:extLst>
          </p:nvPr>
        </p:nvGraphicFramePr>
        <p:xfrm>
          <a:off x="5014292" y="1447800"/>
          <a:ext cx="6094413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Kép 5">
            <a:extLst>
              <a:ext uri="{FF2B5EF4-FFF2-40B4-BE49-F238E27FC236}">
                <a16:creationId xmlns:a16="http://schemas.microsoft.com/office/drawing/2014/main" id="{94B77413-9876-38D2-7528-F79CF6323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3004" y="44624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8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 anchor="b">
            <a:normAutofit/>
          </a:bodyPr>
          <a:lstStyle/>
          <a:p>
            <a:pPr rtl="0"/>
            <a:r>
              <a:rPr lang="hu-HU" dirty="0"/>
              <a:t>Reszponzív kinézet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58F82F4-3FCD-9B37-21AC-D1E8A3D9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755" y="1811252"/>
            <a:ext cx="2763294" cy="41868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8CA1EFA7-A5F1-5F69-7DFF-0E0D8FD9F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06" y="2331319"/>
            <a:ext cx="2448272" cy="36538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C4A924FC-ABCA-64DD-DFA8-A00B94D48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077" y="2344200"/>
            <a:ext cx="2266790" cy="36538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20" name="Ellipszis 19">
            <a:extLst>
              <a:ext uri="{FF2B5EF4-FFF2-40B4-BE49-F238E27FC236}">
                <a16:creationId xmlns:a16="http://schemas.microsoft.com/office/drawing/2014/main" id="{9AD8BE51-6484-DB36-D197-B6267331E396}"/>
              </a:ext>
            </a:extLst>
          </p:cNvPr>
          <p:cNvSpPr/>
          <p:nvPr/>
        </p:nvSpPr>
        <p:spPr>
          <a:xfrm>
            <a:off x="8297149" y="953456"/>
            <a:ext cx="2448272" cy="936104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Aloldalak</a:t>
            </a: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61F1D9EA-D7DE-D79F-60CA-7363A4319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929978">
            <a:off x="7181972" y="1418310"/>
            <a:ext cx="1090376" cy="976169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AAB36B20-3883-3375-EEDF-6CDA5EAD4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385188">
            <a:off x="10691003" y="1400330"/>
            <a:ext cx="1095256" cy="1089086"/>
          </a:xfrm>
          <a:prstGeom prst="rect">
            <a:avLst/>
          </a:prstGeom>
        </p:spPr>
      </p:pic>
      <p:sp>
        <p:nvSpPr>
          <p:cNvPr id="32" name="Ellipszis 31">
            <a:extLst>
              <a:ext uri="{FF2B5EF4-FFF2-40B4-BE49-F238E27FC236}">
                <a16:creationId xmlns:a16="http://schemas.microsoft.com/office/drawing/2014/main" id="{D3D74251-71A3-9F43-0442-44068964C553}"/>
              </a:ext>
            </a:extLst>
          </p:cNvPr>
          <p:cNvSpPr/>
          <p:nvPr/>
        </p:nvSpPr>
        <p:spPr>
          <a:xfrm>
            <a:off x="621804" y="1988840"/>
            <a:ext cx="1800200" cy="792088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Főoldal</a:t>
            </a:r>
          </a:p>
        </p:txBody>
      </p:sp>
      <p:pic>
        <p:nvPicPr>
          <p:cNvPr id="34" name="Kép 33">
            <a:extLst>
              <a:ext uri="{FF2B5EF4-FFF2-40B4-BE49-F238E27FC236}">
                <a16:creationId xmlns:a16="http://schemas.microsoft.com/office/drawing/2014/main" id="{5C3ECF66-3F31-E989-A4B1-4914637932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341884" y="2591553"/>
            <a:ext cx="1303871" cy="1408460"/>
          </a:xfrm>
          <a:prstGeom prst="rect">
            <a:avLst/>
          </a:prstGeom>
        </p:spPr>
      </p:pic>
      <p:pic>
        <p:nvPicPr>
          <p:cNvPr id="40" name="Kép 39">
            <a:extLst>
              <a:ext uri="{FF2B5EF4-FFF2-40B4-BE49-F238E27FC236}">
                <a16:creationId xmlns:a16="http://schemas.microsoft.com/office/drawing/2014/main" id="{3324E66C-9C4D-7B7D-76AC-65B5D1D238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6396" y="91671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5AAC-B279-5470-7877-29CEB892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D598E3-2172-2251-7AE1-D89212C2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Főoldal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E6F6243-BA6F-5B5F-6AE6-75169267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04" y="34330"/>
            <a:ext cx="713294" cy="194479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11169E9-B861-B04F-73DC-EBE3694B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8" y="1551237"/>
            <a:ext cx="8171168" cy="424847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48932401-D737-43D9-DD68-20254AB6E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707" y="1539661"/>
            <a:ext cx="3090093" cy="188933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3698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</p:spPr>
        <p:txBody>
          <a:bodyPr rtlCol="0" anchor="b">
            <a:normAutofit/>
          </a:bodyPr>
          <a:lstStyle/>
          <a:p>
            <a:pPr rtl="0"/>
            <a:r>
              <a:rPr lang="hu-HU"/>
              <a:t>Étel adatai és megjelenítése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DA654803-18E9-D48D-6C55-6A9E510DB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72" y="2204864"/>
            <a:ext cx="6448799" cy="4175598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190500" algn="tl" rotWithShape="0">
              <a:srgbClr val="000000">
                <a:alpha val="70000"/>
              </a:srgbClr>
            </a:outerShdw>
            <a:softEdge rad="31750"/>
          </a:effectLst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75C369C2-AA7C-5BD2-6230-A139B707D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7623" y="29107"/>
            <a:ext cx="713294" cy="1944793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07E9664B-0D5E-659C-2CCD-E4405332D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893" y="1196647"/>
            <a:ext cx="4908081" cy="5183815"/>
          </a:xfrm>
          <a:prstGeom prst="rect">
            <a:avLst/>
          </a:prstGeom>
          <a:ln>
            <a:solidFill>
              <a:schemeClr val="accent3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FF27ED-30F5-8F3B-EB84-C6FF5A78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/>
              <a:t>Uml</a:t>
            </a:r>
            <a:r>
              <a:rPr lang="hu-HU"/>
              <a:t>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BF76E6-C630-8131-9C76-5C7FDB08F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709" y="1561805"/>
            <a:ext cx="9015937" cy="4347707"/>
          </a:xfrm>
          <a:prstGeom prst="rect">
            <a:avLst/>
          </a:prstGeom>
          <a:ln>
            <a:solidFill>
              <a:srgbClr val="FFFF00"/>
            </a:solidFill>
          </a:ln>
          <a:effectLst>
            <a:outerShdw blurRad="50800" dir="2580000">
              <a:srgbClr val="FCB22C">
                <a:alpha val="40000"/>
              </a:srgbClr>
            </a:out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52B5092-8D77-4E9F-3B4B-EFBC53153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898" y="3335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9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 anchor="b">
            <a:normAutofit/>
          </a:bodyPr>
          <a:lstStyle/>
          <a:p>
            <a:pPr rtl="0"/>
            <a:r>
              <a:rPr lang="hu-HU"/>
              <a:t>Adatbázis diagram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F5051C5-EF11-6237-5074-B9327E89B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1444330"/>
            <a:ext cx="9341590" cy="47175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2700000">
              <a:srgbClr val="000000">
                <a:alpha val="40000"/>
              </a:srgbClr>
            </a:outerShdw>
            <a:softEdge rad="3175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DD2F366-E9C1-5DEA-7BE5-F8AB5AFCD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7490" y="-2586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1B5B4-1C2B-AF72-D320-4CBEBB3D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E87B78-480D-45C2-0761-99C720DA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kapcsolat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E01F510-45F6-10AF-EA6D-FAA8FE389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98" y="3335"/>
            <a:ext cx="713294" cy="1944793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1577976B-26F4-D063-16F5-283F39C34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114" y="1676248"/>
            <a:ext cx="6416596" cy="3505504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1947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32A4D7-669D-FDA6-0947-DCDF5E56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Backend – szerver 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A0F244-9B31-3D99-1A91-6965F82F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040" y="1773647"/>
            <a:ext cx="3579385" cy="2027002"/>
          </a:xfrm>
        </p:spPr>
        <p:txBody>
          <a:bodyPr>
            <a:norm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Szerver felépítése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kezelés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Adatfeltöltés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F175B7C-F0FC-5E5A-DEE4-A270BB9FB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972" y="332656"/>
            <a:ext cx="713294" cy="194479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15CB2665-14E4-5DF5-450A-BC0FCFFDC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25" y="1773647"/>
            <a:ext cx="2930133" cy="2845296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3C700DC-D93D-07F5-926D-3F17CBCBB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45" y="1773647"/>
            <a:ext cx="4125471" cy="280690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4788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47C9-A916-73D0-EDFF-325F441E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ADCB90-962B-D474-3618-E95CBDF5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Backend – felhasználók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47C217-189D-E853-D115-C49A5618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600200"/>
            <a:ext cx="3363361" cy="4637112"/>
          </a:xfrm>
        </p:spPr>
        <p:txBody>
          <a:bodyPr>
            <a:normAutofit/>
          </a:bodyPr>
          <a:lstStyle/>
          <a:p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felhasználó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és bejelentkezés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tárolás és titkosítás (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alapú azonosítás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Kedvenc receptek kezelése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9ACCB37-6CAD-6499-B61D-4D7A6C6E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403" y="5194"/>
            <a:ext cx="713294" cy="194479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F9744F3-17F6-C097-1117-231A8C250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675" y="2349919"/>
            <a:ext cx="6552728" cy="2158162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9012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47F5-4491-E81A-56AF-17F93B4F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cím 2">
            <a:extLst>
              <a:ext uri="{FF2B5EF4-FFF2-40B4-BE49-F238E27FC236}">
                <a16:creationId xmlns:a16="http://schemas.microsoft.com/office/drawing/2014/main" id="{2FF02676-92E4-D781-18C2-533EDFAE006F}"/>
              </a:ext>
            </a:extLst>
          </p:cNvPr>
          <p:cNvSpPr txBox="1">
            <a:spLocks/>
          </p:cNvSpPr>
          <p:nvPr/>
        </p:nvSpPr>
        <p:spPr>
          <a:xfrm>
            <a:off x="1125860" y="836712"/>
            <a:ext cx="8496944" cy="457858"/>
          </a:xfrm>
          <a:prstGeom prst="rect">
            <a:avLst/>
          </a:prstGeom>
        </p:spPr>
        <p:txBody>
          <a:bodyPr vert="horz" lIns="121899" tIns="60949" rIns="121899" bIns="60949" rtlCol="0">
            <a:normAutofit fontScale="92500" lnSpcReduction="1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Későbbi fejlesztések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6EDEB31-B520-B45A-CEF5-4BB3606E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98" y="3335"/>
            <a:ext cx="713294" cy="1944793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479893EF-1483-A20B-D045-A82D2CE15156}"/>
              </a:ext>
            </a:extLst>
          </p:cNvPr>
          <p:cNvSpPr txBox="1"/>
          <p:nvPr/>
        </p:nvSpPr>
        <p:spPr>
          <a:xfrm>
            <a:off x="1125860" y="2276872"/>
            <a:ext cx="6098720" cy="171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hu-H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Elfelejtett jelszó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hu-H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Receptek bővítése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hu-H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Trágár szavak és illetlen képek tiltása </a:t>
            </a:r>
            <a:r>
              <a:rPr lang="hu-H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hu-H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hu-H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Többfajta étkezési mód bevitele</a:t>
            </a:r>
            <a:endParaRPr lang="hu-H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02C9E87-CBC3-3D62-9EB6-FBF1B24BF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863" y="3429000"/>
            <a:ext cx="5098149" cy="2867709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7253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8602-0F26-EE9F-82CF-2944F3C8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cím 2">
            <a:extLst>
              <a:ext uri="{FF2B5EF4-FFF2-40B4-BE49-F238E27FC236}">
                <a16:creationId xmlns:a16="http://schemas.microsoft.com/office/drawing/2014/main" id="{66C760CB-6F82-3FA0-0BFC-C0198C74181B}"/>
              </a:ext>
            </a:extLst>
          </p:cNvPr>
          <p:cNvSpPr txBox="1">
            <a:spLocks/>
          </p:cNvSpPr>
          <p:nvPr/>
        </p:nvSpPr>
        <p:spPr>
          <a:xfrm>
            <a:off x="1125860" y="836712"/>
            <a:ext cx="8496944" cy="457858"/>
          </a:xfrm>
          <a:prstGeom prst="rect">
            <a:avLst/>
          </a:prstGeom>
        </p:spPr>
        <p:txBody>
          <a:bodyPr vert="horz" lIns="121899" tIns="60949" rIns="121899" bIns="60949" rtlCol="0">
            <a:normAutofit fontScale="92500" lnSpcReduction="1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Források – Irodalmi jegyzetek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EFD7FF3-CDC7-B68B-966E-DCA575F83C3F}"/>
              </a:ext>
            </a:extLst>
          </p:cNvPr>
          <p:cNvSpPr txBox="1"/>
          <p:nvPr/>
        </p:nvSpPr>
        <p:spPr>
          <a:xfrm>
            <a:off x="1269875" y="1844824"/>
            <a:ext cx="8094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Képek / receptek: Google, saját generálás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Elkészítési módok leírása: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Copilot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segítséggel, saját receptek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1AB246A-A497-2D83-4ECF-F5C333870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98" y="3335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1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cím 2"/>
          <p:cNvSpPr txBox="1">
            <a:spLocks/>
          </p:cNvSpPr>
          <p:nvPr/>
        </p:nvSpPr>
        <p:spPr>
          <a:xfrm>
            <a:off x="1125860" y="836712"/>
            <a:ext cx="8496944" cy="457858"/>
          </a:xfrm>
          <a:prstGeom prst="rect">
            <a:avLst/>
          </a:prstGeom>
        </p:spPr>
        <p:txBody>
          <a:bodyPr vert="horz" lIns="121899" tIns="60949" rIns="121899" bIns="60949" rtlCol="0">
            <a:normAutofit fontScale="92500" lnSpcReduction="1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 Szabó Brigitta, Trencsényi Dóra , Margittay Lili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ED5D80F-97F8-8A5E-B099-806FC7E7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989" y="1029"/>
            <a:ext cx="713294" cy="1944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BEC099-4850-2DD2-AAD3-6D889F7CD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451" y="1270385"/>
            <a:ext cx="2620344" cy="3903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02BCAD5-C5DB-C2B8-9F9F-6E670435E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580" y="1294570"/>
            <a:ext cx="2714806" cy="3937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Kép 6" descr="A képen Emberi arc, személy, mosoly, ruházat látható&#10;&#10;Lehet, hogy az AI által létrehozott tartalom helytelen.">
            <a:extLst>
              <a:ext uri="{FF2B5EF4-FFF2-40B4-BE49-F238E27FC236}">
                <a16:creationId xmlns:a16="http://schemas.microsoft.com/office/drawing/2014/main" id="{8C559D82-D5F5-AE8A-0069-949C67D54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76" y="1294220"/>
            <a:ext cx="2618322" cy="39425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963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A87C88-BDEC-234D-F6FD-B97B23B4A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932" y="332656"/>
            <a:ext cx="9141619" cy="1676400"/>
          </a:xfrm>
        </p:spPr>
        <p:txBody>
          <a:bodyPr/>
          <a:lstStyle/>
          <a:p>
            <a:r>
              <a:rPr lang="hu-HU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  <p:sp>
        <p:nvSpPr>
          <p:cNvPr id="6" name="Alcím 5">
            <a:extLst>
              <a:ext uri="{FF2B5EF4-FFF2-40B4-BE49-F238E27FC236}">
                <a16:creationId xmlns:a16="http://schemas.microsoft.com/office/drawing/2014/main" id="{1D40C532-32D6-0052-BF43-E15F021C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>
                <a:solidFill>
                  <a:schemeClr val="tx1"/>
                </a:solidFill>
              </a:rPr>
              <a:t>Kérdéseiket figyelemmel várjuk!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A218515-E4A5-E084-8820-E55077E7B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490" y="-3041"/>
            <a:ext cx="713294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7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őzés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4352067_TF02787942" id="{F39994A1-7746-4FD5-9E1C-FE99B2C7EC30}" vid="{64790D6D-6874-422B-84AD-896335E13D9A}"/>
    </a:ext>
  </a:extLst>
</a:theme>
</file>

<file path=ppt/theme/theme2.xml><?xml version="1.0" encoding="utf-8"?>
<a:theme xmlns:a="http://schemas.openxmlformats.org/drawingml/2006/main" name="Office-téma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700CCB-20BA-4760-AB9F-AC3B63ED32E0}">
  <ds:schemaRefs>
    <ds:schemaRef ds:uri="40262f94-9f35-4ac3-9a90-690165a166b7"/>
    <ds:schemaRef ds:uri="a4f35948-e619-41b3-aa29-22878b09cf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14945D-DABB-422F-9B28-D299995C9226}">
  <ds:schemaRefs>
    <ds:schemaRef ds:uri="40262f94-9f35-4ac3-9a90-690165a166b7"/>
    <ds:schemaRef ds:uri="a4f35948-e619-41b3-aa29-22878b09cf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Friss ételeket ábrázoló bemutató (szélesvásznú)</Template>
  <TotalTime>345</TotalTime>
  <Words>948</Words>
  <Application>Microsoft Office PowerPoint</Application>
  <PresentationFormat>Egyéni</PresentationFormat>
  <Paragraphs>114</Paragraphs>
  <Slides>18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3" baseType="lpstr">
      <vt:lpstr>Arial</vt:lpstr>
      <vt:lpstr>Constantia</vt:lpstr>
      <vt:lpstr>Courier New</vt:lpstr>
      <vt:lpstr>Times New Roman</vt:lpstr>
      <vt:lpstr>Főzés 16x9</vt:lpstr>
      <vt:lpstr>What should I cook today?</vt:lpstr>
      <vt:lpstr>Project Goals</vt:lpstr>
      <vt:lpstr>Everyone's responsibility</vt:lpstr>
      <vt:lpstr>Mitől más a mi weboldalunk ?</vt:lpstr>
      <vt:lpstr>Fejlesztéshez használt programok</vt:lpstr>
      <vt:lpstr>Az oldal funkciói</vt:lpstr>
      <vt:lpstr>Reszponzív kinézet</vt:lpstr>
      <vt:lpstr>Főoldal</vt:lpstr>
      <vt:lpstr>Étel adatai és megjelenítése</vt:lpstr>
      <vt:lpstr>Uml diagram</vt:lpstr>
      <vt:lpstr>Adatbázis diagram</vt:lpstr>
      <vt:lpstr>Adatbázis kapcsolat</vt:lpstr>
      <vt:lpstr>Backend – szerver adatok</vt:lpstr>
      <vt:lpstr>Backend – felhasználók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Főzzek Ma?</dc:title>
  <dc:creator>Margittay Lili 695</dc:creator>
  <cp:lastModifiedBy>Margittay Lili 695</cp:lastModifiedBy>
  <cp:revision>23</cp:revision>
  <dcterms:created xsi:type="dcterms:W3CDTF">2026-03-19T07:29:13Z</dcterms:created>
  <dcterms:modified xsi:type="dcterms:W3CDTF">2026-05-31T16:02:57Z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